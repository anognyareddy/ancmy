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F52ADA-231A-4019-8119-50DC6F035858}" v="110" dt="2025-09-29T09:44:30.3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AROHAN REDDY VAIDYULA" userId="796f54efc3df88e8" providerId="LiveId" clId="{62B946F7-EFFF-4013-8F92-6B6112859A10}"/>
    <pc:docChg chg="undo custSel delSld modSld">
      <pc:chgData name="RAJAROHAN REDDY VAIDYULA" userId="796f54efc3df88e8" providerId="LiveId" clId="{62B946F7-EFFF-4013-8F92-6B6112859A10}" dt="2025-09-29T09:44:41.192" v="5345" actId="20577"/>
      <pc:docMkLst>
        <pc:docMk/>
      </pc:docMkLst>
      <pc:sldChg chg="addSp delSp modSp mod">
        <pc:chgData name="RAJAROHAN REDDY VAIDYULA" userId="796f54efc3df88e8" providerId="LiveId" clId="{62B946F7-EFFF-4013-8F92-6B6112859A10}" dt="2025-09-28T15:20:05.702" v="5140" actId="1076"/>
        <pc:sldMkLst>
          <pc:docMk/>
          <pc:sldMk cId="0" sldId="281"/>
        </pc:sldMkLst>
        <pc:spChg chg="mod">
          <ac:chgData name="RAJAROHAN REDDY VAIDYULA" userId="796f54efc3df88e8" providerId="LiveId" clId="{62B946F7-EFFF-4013-8F92-6B6112859A10}" dt="2025-09-28T14:46:03.694" v="4972" actId="20577"/>
          <ac:spMkLst>
            <pc:docMk/>
            <pc:sldMk cId="0" sldId="281"/>
            <ac:spMk id="5" creationId="{F0D59C3F-718C-285A-B7F4-B0774E5EC45F}"/>
          </ac:spMkLst>
        </pc:spChg>
        <pc:spChg chg="mod">
          <ac:chgData name="RAJAROHAN REDDY VAIDYULA" userId="796f54efc3df88e8" providerId="LiveId" clId="{62B946F7-EFFF-4013-8F92-6B6112859A10}" dt="2025-09-28T14:28:37.722" v="4946" actId="14100"/>
          <ac:spMkLst>
            <pc:docMk/>
            <pc:sldMk cId="0" sldId="281"/>
            <ac:spMk id="11" creationId="{A7A07561-2F9A-6A8B-F513-8AB9A79498D3}"/>
          </ac:spMkLst>
        </pc:spChg>
        <pc:spChg chg="mod ord">
          <ac:chgData name="RAJAROHAN REDDY VAIDYULA" userId="796f54efc3df88e8" providerId="LiveId" clId="{62B946F7-EFFF-4013-8F92-6B6112859A10}" dt="2025-09-28T14:24:20.581" v="4941" actId="166"/>
          <ac:spMkLst>
            <pc:docMk/>
            <pc:sldMk cId="0" sldId="281"/>
            <ac:spMk id="16" creationId="{01250ED2-1EC6-FA77-05BC-CBAFDFBF5442}"/>
          </ac:spMkLst>
        </pc:spChg>
        <pc:spChg chg="add mod ord">
          <ac:chgData name="RAJAROHAN REDDY VAIDYULA" userId="796f54efc3df88e8" providerId="LiveId" clId="{62B946F7-EFFF-4013-8F92-6B6112859A10}" dt="2025-09-28T14:28:44.376" v="4947" actId="14100"/>
          <ac:spMkLst>
            <pc:docMk/>
            <pc:sldMk cId="0" sldId="281"/>
            <ac:spMk id="28" creationId="{A86544F6-308A-1ED8-7F4A-56148488E9E7}"/>
          </ac:spMkLst>
        </pc:spChg>
        <pc:spChg chg="add mod">
          <ac:chgData name="RAJAROHAN REDDY VAIDYULA" userId="796f54efc3df88e8" providerId="LiveId" clId="{62B946F7-EFFF-4013-8F92-6B6112859A10}" dt="2025-09-28T15:20:05.702" v="5140" actId="1076"/>
          <ac:spMkLst>
            <pc:docMk/>
            <pc:sldMk cId="0" sldId="281"/>
            <ac:spMk id="30" creationId="{056EF61D-0E71-2DCF-2DD1-CF5DE8E23DF3}"/>
          </ac:spMkLst>
        </pc:spChg>
        <pc:spChg chg="add mod">
          <ac:chgData name="RAJAROHAN REDDY VAIDYULA" userId="796f54efc3df88e8" providerId="LiveId" clId="{62B946F7-EFFF-4013-8F92-6B6112859A10}" dt="2025-09-28T14:20:56.167" v="4927" actId="1076"/>
          <ac:spMkLst>
            <pc:docMk/>
            <pc:sldMk cId="0" sldId="281"/>
            <ac:spMk id="32" creationId="{77D2DCEB-188F-9AEE-39E9-F1D028CA4C9E}"/>
          </ac:spMkLst>
        </pc:spChg>
        <pc:spChg chg="mod">
          <ac:chgData name="RAJAROHAN REDDY VAIDYULA" userId="796f54efc3df88e8" providerId="LiveId" clId="{62B946F7-EFFF-4013-8F92-6B6112859A10}" dt="2025-09-28T14:45:27.338" v="4968" actId="14100"/>
          <ac:spMkLst>
            <pc:docMk/>
            <pc:sldMk cId="0" sldId="281"/>
            <ac:spMk id="15361" creationId="{00000000-0000-0000-0000-000000000000}"/>
          </ac:spMkLst>
        </pc:spChg>
        <pc:graphicFrameChg chg="add mod ord modGraphic">
          <ac:chgData name="RAJAROHAN REDDY VAIDYULA" userId="796f54efc3df88e8" providerId="LiveId" clId="{62B946F7-EFFF-4013-8F92-6B6112859A10}" dt="2025-09-28T14:28:19.214" v="4945"/>
          <ac:graphicFrameMkLst>
            <pc:docMk/>
            <pc:sldMk cId="0" sldId="281"/>
            <ac:graphicFrameMk id="13" creationId="{EE82750A-D3F7-F31B-A033-04A434CEC27F}"/>
          </ac:graphicFrameMkLst>
        </pc:graphicFrameChg>
      </pc:sldChg>
      <pc:sldChg chg="addSp delSp modSp mod">
        <pc:chgData name="RAJAROHAN REDDY VAIDYULA" userId="796f54efc3df88e8" providerId="LiveId" clId="{62B946F7-EFFF-4013-8F92-6B6112859A10}" dt="2025-09-29T09:03:49.070" v="5329" actId="14100"/>
        <pc:sldMkLst>
          <pc:docMk/>
          <pc:sldMk cId="0" sldId="290"/>
        </pc:sldMkLst>
        <pc:spChg chg="add mod ord">
          <ac:chgData name="RAJAROHAN REDDY VAIDYULA" userId="796f54efc3df88e8" providerId="LiveId" clId="{62B946F7-EFFF-4013-8F92-6B6112859A10}" dt="2025-09-28T15:19:46.572" v="5139" actId="14100"/>
          <ac:spMkLst>
            <pc:docMk/>
            <pc:sldMk cId="0" sldId="290"/>
            <ac:spMk id="2" creationId="{238A5009-EFC8-CFC9-6058-71B27A35153B}"/>
          </ac:spMkLst>
        </pc:spChg>
        <pc:spChg chg="add del">
          <ac:chgData name="RAJAROHAN REDDY VAIDYULA" userId="796f54efc3df88e8" providerId="LiveId" clId="{62B946F7-EFFF-4013-8F92-6B6112859A10}" dt="2025-09-28T14:56:04.696" v="5033" actId="11529"/>
          <ac:spMkLst>
            <pc:docMk/>
            <pc:sldMk cId="0" sldId="290"/>
            <ac:spMk id="3" creationId="{2F440E3C-08F0-6BC9-3A3D-F3AFE0B6E8A8}"/>
          </ac:spMkLst>
        </pc:spChg>
        <pc:spChg chg="add del mod">
          <ac:chgData name="RAJAROHAN REDDY VAIDYULA" userId="796f54efc3df88e8" providerId="LiveId" clId="{62B946F7-EFFF-4013-8F92-6B6112859A10}" dt="2025-09-28T08:42:26.768" v="1691"/>
          <ac:spMkLst>
            <pc:docMk/>
            <pc:sldMk cId="0" sldId="290"/>
            <ac:spMk id="3" creationId="{5F266594-DAA5-ACC0-3412-B8CF377F0FD3}"/>
          </ac:spMkLst>
        </pc:spChg>
        <pc:spChg chg="mod">
          <ac:chgData name="RAJAROHAN REDDY VAIDYULA" userId="796f54efc3df88e8" providerId="LiveId" clId="{62B946F7-EFFF-4013-8F92-6B6112859A10}" dt="2025-09-29T09:03:49.070" v="5329" actId="14100"/>
          <ac:spMkLst>
            <pc:docMk/>
            <pc:sldMk cId="0" sldId="290"/>
            <ac:spMk id="11" creationId="{5DBCE864-823D-4A13-9607-5DA1F0ED5FB8}"/>
          </ac:spMkLst>
        </pc:spChg>
        <pc:spChg chg="mod">
          <ac:chgData name="RAJAROHAN REDDY VAIDYULA" userId="796f54efc3df88e8" providerId="LiveId" clId="{62B946F7-EFFF-4013-8F92-6B6112859A10}" dt="2025-09-28T15:16:02.708" v="5112" actId="20577"/>
          <ac:spMkLst>
            <pc:docMk/>
            <pc:sldMk cId="0" sldId="290"/>
            <ac:spMk id="17410" creationId="{00000000-0000-0000-0000-000000000000}"/>
          </ac:spMkLst>
        </pc:spChg>
        <pc:picChg chg="add del mod modCrop">
          <ac:chgData name="RAJAROHAN REDDY VAIDYULA" userId="796f54efc3df88e8" providerId="LiveId" clId="{62B946F7-EFFF-4013-8F92-6B6112859A10}" dt="2025-09-28T05:36:37.903" v="1653" actId="21"/>
          <ac:picMkLst>
            <pc:docMk/>
            <pc:sldMk cId="0" sldId="290"/>
            <ac:picMk id="3" creationId="{A4A16DBF-A838-0EEE-618D-A36C9B317076}"/>
          </ac:picMkLst>
        </pc:picChg>
        <pc:picChg chg="add mod ord modCrop">
          <ac:chgData name="RAJAROHAN REDDY VAIDYULA" userId="796f54efc3df88e8" providerId="LiveId" clId="{62B946F7-EFFF-4013-8F92-6B6112859A10}" dt="2025-09-28T05:38:02.691" v="1667" actId="14100"/>
          <ac:picMkLst>
            <pc:docMk/>
            <pc:sldMk cId="0" sldId="290"/>
            <ac:picMk id="5" creationId="{25D48CCA-614D-9D02-E408-E0F55A5E0EEE}"/>
          </ac:picMkLst>
        </pc:picChg>
        <pc:picChg chg="mod">
          <ac:chgData name="RAJAROHAN REDDY VAIDYULA" userId="796f54efc3df88e8" providerId="LiveId" clId="{62B946F7-EFFF-4013-8F92-6B6112859A10}" dt="2025-09-28T05:38:05.026" v="1668" actId="1076"/>
          <ac:picMkLst>
            <pc:docMk/>
            <pc:sldMk cId="0" sldId="290"/>
            <ac:picMk id="9" creationId="{00000000-0000-0000-0000-000000000000}"/>
          </ac:picMkLst>
        </pc:picChg>
      </pc:sldChg>
      <pc:sldChg chg="addSp delSp modSp mod">
        <pc:chgData name="RAJAROHAN REDDY VAIDYULA" userId="796f54efc3df88e8" providerId="LiveId" clId="{62B946F7-EFFF-4013-8F92-6B6112859A10}" dt="2025-09-29T08:28:12.683" v="5156" actId="20577"/>
        <pc:sldMkLst>
          <pc:docMk/>
          <pc:sldMk cId="0" sldId="291"/>
        </pc:sldMkLst>
        <pc:spChg chg="add mod">
          <ac:chgData name="RAJAROHAN REDDY VAIDYULA" userId="796f54efc3df88e8" providerId="LiveId" clId="{62B946F7-EFFF-4013-8F92-6B6112859A10}" dt="2025-09-28T14:54:16.031" v="5031" actId="20577"/>
          <ac:spMkLst>
            <pc:docMk/>
            <pc:sldMk cId="0" sldId="291"/>
            <ac:spMk id="3" creationId="{7E655467-2C38-D920-EDA5-7CB96F0E7A0A}"/>
          </ac:spMkLst>
        </pc:spChg>
        <pc:spChg chg="del mod">
          <ac:chgData name="RAJAROHAN REDDY VAIDYULA" userId="796f54efc3df88e8" providerId="LiveId" clId="{62B946F7-EFFF-4013-8F92-6B6112859A10}" dt="2025-09-28T05:39:30.781" v="1674" actId="21"/>
          <ac:spMkLst>
            <pc:docMk/>
            <pc:sldMk cId="0" sldId="291"/>
            <ac:spMk id="3" creationId="{CE264314-FA1E-C509-270B-07BF32F4FA70}"/>
          </ac:spMkLst>
        </pc:spChg>
        <pc:spChg chg="add mod">
          <ac:chgData name="RAJAROHAN REDDY VAIDYULA" userId="796f54efc3df88e8" providerId="LiveId" clId="{62B946F7-EFFF-4013-8F92-6B6112859A10}" dt="2025-09-28T05:40:11.064" v="1681" actId="1076"/>
          <ac:spMkLst>
            <pc:docMk/>
            <pc:sldMk cId="0" sldId="291"/>
            <ac:spMk id="4" creationId="{C17A85B9-F215-BCDE-3358-574805CD4154}"/>
          </ac:spMkLst>
        </pc:spChg>
        <pc:spChg chg="mod">
          <ac:chgData name="RAJAROHAN REDDY VAIDYULA" userId="796f54efc3df88e8" providerId="LiveId" clId="{62B946F7-EFFF-4013-8F92-6B6112859A10}" dt="2025-09-28T14:40:56.293" v="4961"/>
          <ac:spMkLst>
            <pc:docMk/>
            <pc:sldMk cId="0" sldId="291"/>
            <ac:spMk id="8" creationId="{00000000-0000-0000-0000-000000000000}"/>
          </ac:spMkLst>
        </pc:spChg>
        <pc:spChg chg="mod">
          <ac:chgData name="RAJAROHAN REDDY VAIDYULA" userId="796f54efc3df88e8" providerId="LiveId" clId="{62B946F7-EFFF-4013-8F92-6B6112859A10}" dt="2025-09-29T08:28:12.683" v="5156" actId="20577"/>
          <ac:spMkLst>
            <pc:docMk/>
            <pc:sldMk cId="0" sldId="291"/>
            <ac:spMk id="10" creationId="{00000000-0000-0000-0000-000000000000}"/>
          </ac:spMkLst>
        </pc:spChg>
      </pc:sldChg>
      <pc:sldChg chg="addSp delSp modSp mod">
        <pc:chgData name="RAJAROHAN REDDY VAIDYULA" userId="796f54efc3df88e8" providerId="LiveId" clId="{62B946F7-EFFF-4013-8F92-6B6112859A10}" dt="2025-09-29T09:03:57.393" v="5330" actId="14100"/>
        <pc:sldMkLst>
          <pc:docMk/>
          <pc:sldMk cId="3753387913" sldId="293"/>
        </pc:sldMkLst>
        <pc:spChg chg="add mod">
          <ac:chgData name="RAJAROHAN REDDY VAIDYULA" userId="796f54efc3df88e8" providerId="LiveId" clId="{62B946F7-EFFF-4013-8F92-6B6112859A10}" dt="2025-09-28T14:49:21.234" v="4986" actId="1076"/>
          <ac:spMkLst>
            <pc:docMk/>
            <pc:sldMk cId="3753387913" sldId="293"/>
            <ac:spMk id="5" creationId="{E9E47597-4348-A8C0-A21E-CC70AE5DC455}"/>
          </ac:spMkLst>
        </pc:spChg>
        <pc:spChg chg="add mod">
          <ac:chgData name="RAJAROHAN REDDY VAIDYULA" userId="796f54efc3df88e8" providerId="LiveId" clId="{62B946F7-EFFF-4013-8F92-6B6112859A10}" dt="2025-09-28T14:51:53.415" v="5005" actId="255"/>
          <ac:spMkLst>
            <pc:docMk/>
            <pc:sldMk cId="3753387913" sldId="293"/>
            <ac:spMk id="11" creationId="{363759AC-42E2-B153-BC3A-7D416611797F}"/>
          </ac:spMkLst>
        </pc:spChg>
        <pc:spChg chg="mod">
          <ac:chgData name="RAJAROHAN REDDY VAIDYULA" userId="796f54efc3df88e8" providerId="LiveId" clId="{62B946F7-EFFF-4013-8F92-6B6112859A10}" dt="2025-09-29T09:03:57.393" v="5330" actId="14100"/>
          <ac:spMkLst>
            <pc:docMk/>
            <pc:sldMk cId="3753387913" sldId="293"/>
            <ac:spMk id="12" creationId="{5DBCE864-823D-4A13-9607-5DA1F0ED5FB8}"/>
          </ac:spMkLst>
        </pc:spChg>
        <pc:spChg chg="add mod ord">
          <ac:chgData name="RAJAROHAN REDDY VAIDYULA" userId="796f54efc3df88e8" providerId="LiveId" clId="{62B946F7-EFFF-4013-8F92-6B6112859A10}" dt="2025-09-28T14:50:53.333" v="4997" actId="14100"/>
          <ac:spMkLst>
            <pc:docMk/>
            <pc:sldMk cId="3753387913" sldId="293"/>
            <ac:spMk id="13" creationId="{AC7E6046-F0CA-4BDD-C450-4341D762280C}"/>
          </ac:spMkLst>
        </pc:spChg>
        <pc:spChg chg="add mod ord">
          <ac:chgData name="RAJAROHAN REDDY VAIDYULA" userId="796f54efc3df88e8" providerId="LiveId" clId="{62B946F7-EFFF-4013-8F92-6B6112859A10}" dt="2025-09-28T14:49:14.669" v="4985" actId="14100"/>
          <ac:spMkLst>
            <pc:docMk/>
            <pc:sldMk cId="3753387913" sldId="293"/>
            <ac:spMk id="14" creationId="{9FCC27B3-75F4-4E38-893A-36D8B501436E}"/>
          </ac:spMkLst>
        </pc:spChg>
        <pc:spChg chg="add mod ord">
          <ac:chgData name="RAJAROHAN REDDY VAIDYULA" userId="796f54efc3df88e8" providerId="LiveId" clId="{62B946F7-EFFF-4013-8F92-6B6112859A10}" dt="2025-09-28T14:51:10.667" v="4999" actId="14100"/>
          <ac:spMkLst>
            <pc:docMk/>
            <pc:sldMk cId="3753387913" sldId="293"/>
            <ac:spMk id="15" creationId="{6D583933-07DE-075C-5767-6D5EC5F57722}"/>
          </ac:spMkLst>
        </pc:spChg>
        <pc:spChg chg="add del mod">
          <ac:chgData name="RAJAROHAN REDDY VAIDYULA" userId="796f54efc3df88e8" providerId="LiveId" clId="{62B946F7-EFFF-4013-8F92-6B6112859A10}" dt="2025-09-28T14:50:40.845" v="4996" actId="255"/>
          <ac:spMkLst>
            <pc:docMk/>
            <pc:sldMk cId="3753387913" sldId="293"/>
            <ac:spMk id="17410" creationId="{00000000-0000-0000-0000-000000000000}"/>
          </ac:spMkLst>
        </pc:spChg>
      </pc:sldChg>
      <pc:sldChg chg="addSp delSp modSp mod">
        <pc:chgData name="RAJAROHAN REDDY VAIDYULA" userId="796f54efc3df88e8" providerId="LiveId" clId="{62B946F7-EFFF-4013-8F92-6B6112859A10}" dt="2025-09-29T09:04:02.994" v="5331" actId="14100"/>
        <pc:sldMkLst>
          <pc:docMk/>
          <pc:sldMk cId="2997144140" sldId="294"/>
        </pc:sldMkLst>
        <pc:spChg chg="add del mod ord">
          <ac:chgData name="RAJAROHAN REDDY VAIDYULA" userId="796f54efc3df88e8" providerId="LiveId" clId="{62B946F7-EFFF-4013-8F92-6B6112859A10}" dt="2025-09-29T08:29:23.144" v="5170" actId="11529"/>
          <ac:spMkLst>
            <pc:docMk/>
            <pc:sldMk cId="2997144140" sldId="294"/>
            <ac:spMk id="2" creationId="{D9833B37-37A5-B238-D817-D46A634A566B}"/>
          </ac:spMkLst>
        </pc:spChg>
        <pc:spChg chg="add mod">
          <ac:chgData name="RAJAROHAN REDDY VAIDYULA" userId="796f54efc3df88e8" providerId="LiveId" clId="{62B946F7-EFFF-4013-8F92-6B6112859A10}" dt="2025-09-28T12:16:22.060" v="3240" actId="1076"/>
          <ac:spMkLst>
            <pc:docMk/>
            <pc:sldMk cId="2997144140" sldId="294"/>
            <ac:spMk id="3" creationId="{F98AC872-ADF2-32C7-5F42-DF10B1C17089}"/>
          </ac:spMkLst>
        </pc:spChg>
        <pc:spChg chg="add del">
          <ac:chgData name="RAJAROHAN REDDY VAIDYULA" userId="796f54efc3df88e8" providerId="LiveId" clId="{62B946F7-EFFF-4013-8F92-6B6112859A10}" dt="2025-09-29T08:29:17.476" v="5164" actId="11529"/>
          <ac:spMkLst>
            <pc:docMk/>
            <pc:sldMk cId="2997144140" sldId="294"/>
            <ac:spMk id="4" creationId="{95D1B1F6-6F26-D006-F172-BA697FE71499}"/>
          </ac:spMkLst>
        </pc:spChg>
        <pc:spChg chg="mod">
          <ac:chgData name="RAJAROHAN REDDY VAIDYULA" userId="796f54efc3df88e8" providerId="LiveId" clId="{62B946F7-EFFF-4013-8F92-6B6112859A10}" dt="2025-09-29T09:04:02.994" v="5331" actId="14100"/>
          <ac:spMkLst>
            <pc:docMk/>
            <pc:sldMk cId="2997144140" sldId="294"/>
            <ac:spMk id="12" creationId="{5DBCE864-823D-4A13-9607-5DA1F0ED5FB8}"/>
          </ac:spMkLst>
        </pc:spChg>
        <pc:spChg chg="mod">
          <ac:chgData name="RAJAROHAN REDDY VAIDYULA" userId="796f54efc3df88e8" providerId="LiveId" clId="{62B946F7-EFFF-4013-8F92-6B6112859A10}" dt="2025-09-28T12:16:16.829" v="3239" actId="1076"/>
          <ac:spMkLst>
            <pc:docMk/>
            <pc:sldMk cId="2997144140" sldId="294"/>
            <ac:spMk id="17410" creationId="{00000000-0000-0000-0000-000000000000}"/>
          </ac:spMkLst>
        </pc:spChg>
      </pc:sldChg>
      <pc:sldChg chg="addSp delSp modSp mod">
        <pc:chgData name="RAJAROHAN REDDY VAIDYULA" userId="796f54efc3df88e8" providerId="LiveId" clId="{62B946F7-EFFF-4013-8F92-6B6112859A10}" dt="2025-09-29T09:44:41.192" v="5345" actId="20577"/>
        <pc:sldMkLst>
          <pc:docMk/>
          <pc:sldMk cId="3916788613" sldId="296"/>
        </pc:sldMkLst>
        <pc:spChg chg="add del mod">
          <ac:chgData name="RAJAROHAN REDDY VAIDYULA" userId="796f54efc3df88e8" providerId="LiveId" clId="{62B946F7-EFFF-4013-8F92-6B6112859A10}" dt="2025-09-29T08:31:53.488" v="5239"/>
          <ac:spMkLst>
            <pc:docMk/>
            <pc:sldMk cId="3916788613" sldId="296"/>
            <ac:spMk id="3" creationId="{85D0D13D-52C2-A846-7665-BBCB3AA285EF}"/>
          </ac:spMkLst>
        </pc:spChg>
        <pc:spChg chg="add del mod">
          <ac:chgData name="RAJAROHAN REDDY VAIDYULA" userId="796f54efc3df88e8" providerId="LiveId" clId="{62B946F7-EFFF-4013-8F92-6B6112859A10}" dt="2025-09-28T12:43:39.574" v="3455"/>
          <ac:spMkLst>
            <pc:docMk/>
            <pc:sldMk cId="3916788613" sldId="296"/>
            <ac:spMk id="3" creationId="{EAA0BD7D-927A-856D-A1DE-B716402C1175}"/>
          </ac:spMkLst>
        </pc:spChg>
        <pc:spChg chg="add mod">
          <ac:chgData name="RAJAROHAN REDDY VAIDYULA" userId="796f54efc3df88e8" providerId="LiveId" clId="{62B946F7-EFFF-4013-8F92-6B6112859A10}" dt="2025-09-29T08:36:59.927" v="5325" actId="1076"/>
          <ac:spMkLst>
            <pc:docMk/>
            <pc:sldMk cId="3916788613" sldId="296"/>
            <ac:spMk id="8" creationId="{6314563A-4186-1818-C7A0-BB3DA46479E0}"/>
          </ac:spMkLst>
        </pc:spChg>
        <pc:spChg chg="mod">
          <ac:chgData name="RAJAROHAN REDDY VAIDYULA" userId="796f54efc3df88e8" providerId="LiveId" clId="{62B946F7-EFFF-4013-8F92-6B6112859A10}" dt="2025-09-29T09:04:08.860" v="5332" actId="14100"/>
          <ac:spMkLst>
            <pc:docMk/>
            <pc:sldMk cId="3916788613" sldId="296"/>
            <ac:spMk id="9" creationId="{5DBCE864-823D-4A13-9607-5DA1F0ED5FB8}"/>
          </ac:spMkLst>
        </pc:spChg>
        <pc:spChg chg="mod">
          <ac:chgData name="RAJAROHAN REDDY VAIDYULA" userId="796f54efc3df88e8" providerId="LiveId" clId="{62B946F7-EFFF-4013-8F92-6B6112859A10}" dt="2025-09-29T08:30:33.356" v="5194"/>
          <ac:spMkLst>
            <pc:docMk/>
            <pc:sldMk cId="3916788613" sldId="296"/>
            <ac:spMk id="17409" creationId="{00000000-0000-0000-0000-000000000000}"/>
          </ac:spMkLst>
        </pc:spChg>
        <pc:spChg chg="mod">
          <ac:chgData name="RAJAROHAN REDDY VAIDYULA" userId="796f54efc3df88e8" providerId="LiveId" clId="{62B946F7-EFFF-4013-8F92-6B6112859A10}" dt="2025-09-29T09:44:41.192" v="5345" actId="20577"/>
          <ac:spMkLst>
            <pc:docMk/>
            <pc:sldMk cId="3916788613" sldId="296"/>
            <ac:spMk id="17410" creationId="{00000000-0000-0000-0000-000000000000}"/>
          </ac:spMkLst>
        </pc:spChg>
        <pc:graphicFrameChg chg="add mod modGraphic">
          <ac:chgData name="RAJAROHAN REDDY VAIDYULA" userId="796f54efc3df88e8" providerId="LiveId" clId="{62B946F7-EFFF-4013-8F92-6B6112859A10}" dt="2025-09-29T09:07:23.432" v="5337" actId="1076"/>
          <ac:graphicFrameMkLst>
            <pc:docMk/>
            <pc:sldMk cId="3916788613" sldId="296"/>
            <ac:graphicFrameMk id="4" creationId="{7DD5C268-4475-0861-23E3-18F9A39F29AA}"/>
          </ac:graphicFrameMkLst>
        </pc:graphicFrameChg>
      </pc:sldChg>
      <pc:sldChg chg="addSp delSp modSp del mod chgLayout">
        <pc:chgData name="RAJAROHAN REDDY VAIDYULA" userId="796f54efc3df88e8" providerId="LiveId" clId="{62B946F7-EFFF-4013-8F92-6B6112859A10}" dt="2025-09-28T05:39:10.027" v="1671" actId="2696"/>
        <pc:sldMkLst>
          <pc:docMk/>
          <pc:sldMk cId="1588084416" sldId="297"/>
        </pc:sldMkLst>
        <pc:spChg chg="add del mod">
          <ac:chgData name="RAJAROHAN REDDY VAIDYULA" userId="796f54efc3df88e8" providerId="LiveId" clId="{62B946F7-EFFF-4013-8F92-6B6112859A10}" dt="2025-09-28T05:39:05.431" v="1670" actId="6264"/>
          <ac:spMkLst>
            <pc:docMk/>
            <pc:sldMk cId="1588084416" sldId="297"/>
            <ac:spMk id="2" creationId="{92037EF9-5781-3C9D-D847-32A1AF1A61E3}"/>
          </ac:spMkLst>
        </pc:spChg>
        <pc:spChg chg="mod ord">
          <ac:chgData name="RAJAROHAN REDDY VAIDYULA" userId="796f54efc3df88e8" providerId="LiveId" clId="{62B946F7-EFFF-4013-8F92-6B6112859A10}" dt="2025-09-28T05:39:05.431" v="1670" actId="6264"/>
          <ac:spMkLst>
            <pc:docMk/>
            <pc:sldMk cId="1588084416" sldId="297"/>
            <ac:spMk id="6" creationId="{00000000-0000-0000-0000-000000000000}"/>
          </ac:spMkLst>
        </pc:spChg>
        <pc:spChg chg="mod ord">
          <ac:chgData name="RAJAROHAN REDDY VAIDYULA" userId="796f54efc3df88e8" providerId="LiveId" clId="{62B946F7-EFFF-4013-8F92-6B6112859A10}" dt="2025-09-28T05:39:05.431" v="1670" actId="6264"/>
          <ac:spMkLst>
            <pc:docMk/>
            <pc:sldMk cId="1588084416" sldId="297"/>
            <ac:spMk id="7" creationId="{00000000-0000-0000-0000-000000000000}"/>
          </ac:spMkLst>
        </pc:spChg>
        <pc:spChg chg="add del mod">
          <ac:chgData name="RAJAROHAN REDDY VAIDYULA" userId="796f54efc3df88e8" providerId="LiveId" clId="{62B946F7-EFFF-4013-8F92-6B6112859A10}" dt="2025-09-28T05:39:05.431" v="1670" actId="6264"/>
          <ac:spMkLst>
            <pc:docMk/>
            <pc:sldMk cId="1588084416" sldId="297"/>
            <ac:spMk id="8" creationId="{58BC411E-E6FB-6A5D-9DAF-21BBF7F012FD}"/>
          </ac:spMkLst>
        </pc:spChg>
        <pc:spChg chg="add del mod ord">
          <ac:chgData name="RAJAROHAN REDDY VAIDYULA" userId="796f54efc3df88e8" providerId="LiveId" clId="{62B946F7-EFFF-4013-8F92-6B6112859A10}" dt="2025-09-28T05:39:05.431" v="1670" actId="6264"/>
          <ac:spMkLst>
            <pc:docMk/>
            <pc:sldMk cId="1588084416" sldId="297"/>
            <ac:spMk id="9" creationId="{96C5BF97-6AA3-FA25-C9E0-D38352A13CF4}"/>
          </ac:spMkLst>
        </pc:spChg>
        <pc:spChg chg="add del mod ord">
          <ac:chgData name="RAJAROHAN REDDY VAIDYULA" userId="796f54efc3df88e8" providerId="LiveId" clId="{62B946F7-EFFF-4013-8F92-6B6112859A10}" dt="2025-09-28T05:39:05.431" v="1670" actId="6264"/>
          <ac:spMkLst>
            <pc:docMk/>
            <pc:sldMk cId="1588084416" sldId="297"/>
            <ac:spMk id="13" creationId="{773F1D30-7EA0-1EC4-BDF5-FEDB8588A6F2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image" Target="../media/image3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image" Target="../media/image3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35CEA5-50C1-4A03-8A91-9ECF4E8E5A01}" type="doc">
      <dgm:prSet loTypeId="urn:microsoft.com/office/officeart/2005/8/layout/hProcess10" loCatId="process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815A4765-4AE5-4DDB-8FBE-433BED2014E4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CCTV Camera Feed</a:t>
          </a:r>
          <a:endParaRPr lang="en-IN" dirty="0"/>
        </a:p>
      </dgm:t>
    </dgm:pt>
    <dgm:pt modelId="{26198658-8829-4BB2-A21D-B613CD218310}" type="parTrans" cxnId="{206F3E44-5293-49D9-94B5-F9B2A82F45FB}">
      <dgm:prSet/>
      <dgm:spPr/>
      <dgm:t>
        <a:bodyPr/>
        <a:lstStyle/>
        <a:p>
          <a:endParaRPr lang="en-IN"/>
        </a:p>
      </dgm:t>
    </dgm:pt>
    <dgm:pt modelId="{99FE5F2F-DB14-4396-9CBC-CE23DD1BD886}" type="sibTrans" cxnId="{206F3E44-5293-49D9-94B5-F9B2A82F45FB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92C97449-9877-4A1B-891C-82FE0696D915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AI Detection System</a:t>
          </a:r>
          <a:endParaRPr lang="en-IN" dirty="0"/>
        </a:p>
      </dgm:t>
    </dgm:pt>
    <dgm:pt modelId="{A3887457-4D4C-477C-A753-DF1F0121BA7B}" type="parTrans" cxnId="{A54F4F13-DB66-42DD-BB57-E9A4B04BC02E}">
      <dgm:prSet/>
      <dgm:spPr/>
      <dgm:t>
        <a:bodyPr/>
        <a:lstStyle/>
        <a:p>
          <a:endParaRPr lang="en-IN"/>
        </a:p>
      </dgm:t>
    </dgm:pt>
    <dgm:pt modelId="{662E0964-F2A8-4181-866E-9A82E37B7EBF}" type="sibTrans" cxnId="{A54F4F13-DB66-42DD-BB57-E9A4B04BC02E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CA13C65A-7050-4AF7-8DB3-36FA0CF42B26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Decision Engine</a:t>
          </a:r>
          <a:endParaRPr lang="en-IN" dirty="0"/>
        </a:p>
      </dgm:t>
    </dgm:pt>
    <dgm:pt modelId="{C0C65E79-70DC-4E4F-8EB3-B672C44555BF}" type="parTrans" cxnId="{3DED1424-6AEE-42AB-A00D-61A5E0D22242}">
      <dgm:prSet/>
      <dgm:spPr/>
      <dgm:t>
        <a:bodyPr/>
        <a:lstStyle/>
        <a:p>
          <a:endParaRPr lang="en-IN"/>
        </a:p>
      </dgm:t>
    </dgm:pt>
    <dgm:pt modelId="{5CFA6BD8-ED69-4116-B1EC-418AE84E0B54}" type="sibTrans" cxnId="{3DED1424-6AEE-42AB-A00D-61A5E0D22242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986CB5E0-EADE-4372-A47A-E415308EF20E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Traffic Signal Controller</a:t>
          </a:r>
          <a:endParaRPr lang="en-IN" dirty="0"/>
        </a:p>
      </dgm:t>
    </dgm:pt>
    <dgm:pt modelId="{64BFF8D2-E97A-41F0-95D3-81E76C41D8A7}" type="parTrans" cxnId="{C057606B-719C-4A28-B753-C4A6BA3EBD46}">
      <dgm:prSet/>
      <dgm:spPr/>
      <dgm:t>
        <a:bodyPr/>
        <a:lstStyle/>
        <a:p>
          <a:endParaRPr lang="en-IN"/>
        </a:p>
      </dgm:t>
    </dgm:pt>
    <dgm:pt modelId="{687FCD98-58B9-4F59-AEAE-350CADA468F4}" type="sibTrans" cxnId="{C057606B-719C-4A28-B753-C4A6BA3EBD46}">
      <dgm:prSet>
        <dgm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endParaRPr lang="en-IN" dirty="0"/>
        </a:p>
      </dgm:t>
    </dgm:pt>
    <dgm:pt modelId="{FDCB95B8-DC78-4093-ADDF-371FF8AFB19E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Dashboard for Authorities</a:t>
          </a:r>
          <a:endParaRPr lang="en-IN" dirty="0"/>
        </a:p>
      </dgm:t>
    </dgm:pt>
    <dgm:pt modelId="{0F70191D-E952-4A27-AA37-6E3C727DF5E2}" type="parTrans" cxnId="{BC8863C0-0A92-4A2B-BDA5-F33116EDC20E}">
      <dgm:prSet/>
      <dgm:spPr/>
      <dgm:t>
        <a:bodyPr/>
        <a:lstStyle/>
        <a:p>
          <a:endParaRPr lang="en-IN"/>
        </a:p>
      </dgm:t>
    </dgm:pt>
    <dgm:pt modelId="{E3F98616-7EE6-4915-B8C0-4F2CFA90EFD0}" type="sibTrans" cxnId="{BC8863C0-0A92-4A2B-BDA5-F33116EDC20E}">
      <dgm:prSet/>
      <dgm:spPr/>
      <dgm:t>
        <a:bodyPr/>
        <a:lstStyle/>
        <a:p>
          <a:endParaRPr lang="en-IN"/>
        </a:p>
      </dgm:t>
    </dgm:pt>
    <dgm:pt modelId="{E15C2D5F-1199-44E4-9E5C-995495F56073}" type="pres">
      <dgm:prSet presAssocID="{3835CEA5-50C1-4A03-8A91-9ECF4E8E5A01}" presName="Name0" presStyleCnt="0">
        <dgm:presLayoutVars>
          <dgm:dir/>
          <dgm:resizeHandles val="exact"/>
        </dgm:presLayoutVars>
      </dgm:prSet>
      <dgm:spPr/>
    </dgm:pt>
    <dgm:pt modelId="{DA2FE895-640E-455D-826E-A8860D1F141D}" type="pres">
      <dgm:prSet presAssocID="{815A4765-4AE5-4DDB-8FBE-433BED2014E4}" presName="composite" presStyleCnt="0"/>
      <dgm:spPr/>
    </dgm:pt>
    <dgm:pt modelId="{637D8248-D41B-4A8E-9540-D2F53C644466}" type="pres">
      <dgm:prSet presAssocID="{815A4765-4AE5-4DDB-8FBE-433BED2014E4}" presName="imagSh" presStyleLbl="bgImgPlace1" presStyleIdx="0" presStyleCnt="5" custLinFactNeighborX="-212" custLinFactNeighborY="-1390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6DCEF2A1-63D9-499D-8310-6CB9A96A3B7C}" type="pres">
      <dgm:prSet presAssocID="{815A4765-4AE5-4DDB-8FBE-433BED2014E4}" presName="txNode" presStyleLbl="node1" presStyleIdx="0" presStyleCnt="5">
        <dgm:presLayoutVars>
          <dgm:bulletEnabled val="1"/>
        </dgm:presLayoutVars>
      </dgm:prSet>
      <dgm:spPr/>
    </dgm:pt>
    <dgm:pt modelId="{CE62123E-BBD7-4958-93DD-38D450252F2B}" type="pres">
      <dgm:prSet presAssocID="{99FE5F2F-DB14-4396-9CBC-CE23DD1BD886}" presName="sibTrans" presStyleLbl="sibTrans2D1" presStyleIdx="0" presStyleCnt="4"/>
      <dgm:spPr/>
    </dgm:pt>
    <dgm:pt modelId="{E3D98E2E-1CD1-41F2-AAE9-EF029D7A4AE3}" type="pres">
      <dgm:prSet presAssocID="{99FE5F2F-DB14-4396-9CBC-CE23DD1BD886}" presName="connTx" presStyleLbl="sibTrans2D1" presStyleIdx="0" presStyleCnt="4"/>
      <dgm:spPr/>
    </dgm:pt>
    <dgm:pt modelId="{C6381657-B3B5-4808-AB70-AC5C0E465CBF}" type="pres">
      <dgm:prSet presAssocID="{92C97449-9877-4A1B-891C-82FE0696D915}" presName="composite" presStyleCnt="0"/>
      <dgm:spPr/>
    </dgm:pt>
    <dgm:pt modelId="{79C1D96F-B206-420C-B1C2-5A3E24F5B94C}" type="pres">
      <dgm:prSet presAssocID="{92C97449-9877-4A1B-891C-82FE0696D915}" presName="imagSh" presStyleLbl="bgImgPlace1" presStyleIdx="1" presStyleCnt="5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blipFill>
          <a:blip xmlns:r="http://schemas.openxmlformats.org/officeDocument/2006/relationships" r:embed="rId2"/>
          <a:srcRect/>
          <a:stretch>
            <a:fillRect l="-26000" r="-26000"/>
          </a:stretch>
        </a:blipFill>
      </dgm:spPr>
    </dgm:pt>
    <dgm:pt modelId="{8B35D087-D99D-48DD-AD9C-5462DC6F5AD2}" type="pres">
      <dgm:prSet presAssocID="{92C97449-9877-4A1B-891C-82FE0696D915}" presName="txNode" presStyleLbl="node1" presStyleIdx="1" presStyleCnt="5">
        <dgm:presLayoutVars>
          <dgm:bulletEnabled val="1"/>
        </dgm:presLayoutVars>
      </dgm:prSet>
      <dgm:spPr/>
    </dgm:pt>
    <dgm:pt modelId="{1A7C7EF9-39B3-4FBC-B327-83E43592ECC3}" type="pres">
      <dgm:prSet presAssocID="{662E0964-F2A8-4181-866E-9A82E37B7EBF}" presName="sibTrans" presStyleLbl="sibTrans2D1" presStyleIdx="1" presStyleCnt="4"/>
      <dgm:spPr/>
    </dgm:pt>
    <dgm:pt modelId="{6F403A33-2B8B-41D0-B7E6-C3C212392F68}" type="pres">
      <dgm:prSet presAssocID="{662E0964-F2A8-4181-866E-9A82E37B7EBF}" presName="connTx" presStyleLbl="sibTrans2D1" presStyleIdx="1" presStyleCnt="4"/>
      <dgm:spPr/>
    </dgm:pt>
    <dgm:pt modelId="{2A06B63F-AF58-4F21-90B7-DA68DC005D07}" type="pres">
      <dgm:prSet presAssocID="{CA13C65A-7050-4AF7-8DB3-36FA0CF42B26}" presName="composite" presStyleCnt="0"/>
      <dgm:spPr/>
    </dgm:pt>
    <dgm:pt modelId="{AA189DE0-A9C8-4079-844E-C486425D9B34}" type="pres">
      <dgm:prSet presAssocID="{CA13C65A-7050-4AF7-8DB3-36FA0CF42B26}" presName="imagSh" presStyleLbl="bgImgPlace1" presStyleIdx="2" presStyleCnt="5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blipFill>
          <a:blip xmlns:r="http://schemas.openxmlformats.org/officeDocument/2006/relationships" r:embed="rId3"/>
          <a:srcRect/>
          <a:stretch>
            <a:fillRect/>
          </a:stretch>
        </a:blipFill>
      </dgm:spPr>
    </dgm:pt>
    <dgm:pt modelId="{62416E57-078B-4A07-B9E7-D889936BADB9}" type="pres">
      <dgm:prSet presAssocID="{CA13C65A-7050-4AF7-8DB3-36FA0CF42B26}" presName="txNode" presStyleLbl="node1" presStyleIdx="2" presStyleCnt="5">
        <dgm:presLayoutVars>
          <dgm:bulletEnabled val="1"/>
        </dgm:presLayoutVars>
      </dgm:prSet>
      <dgm:spPr/>
    </dgm:pt>
    <dgm:pt modelId="{BAFBBDDB-3126-49C9-88D0-D04E606A1A4E}" type="pres">
      <dgm:prSet presAssocID="{5CFA6BD8-ED69-4116-B1EC-418AE84E0B54}" presName="sibTrans" presStyleLbl="sibTrans2D1" presStyleIdx="2" presStyleCnt="4"/>
      <dgm:spPr/>
    </dgm:pt>
    <dgm:pt modelId="{5C9A1E18-3D0D-450A-B2F4-868B283D99C6}" type="pres">
      <dgm:prSet presAssocID="{5CFA6BD8-ED69-4116-B1EC-418AE84E0B54}" presName="connTx" presStyleLbl="sibTrans2D1" presStyleIdx="2" presStyleCnt="4"/>
      <dgm:spPr/>
    </dgm:pt>
    <dgm:pt modelId="{3229B44C-F15F-410F-8B9F-0C9B5E1364E4}" type="pres">
      <dgm:prSet presAssocID="{986CB5E0-EADE-4372-A47A-E415308EF20E}" presName="composite" presStyleCnt="0"/>
      <dgm:spPr/>
    </dgm:pt>
    <dgm:pt modelId="{80C79AB1-BE9F-4D8F-81BF-CB2192A32215}" type="pres">
      <dgm:prSet presAssocID="{986CB5E0-EADE-4372-A47A-E415308EF20E}" presName="imagSh" presStyleLbl="bgImgPlace1" presStyleIdx="3" presStyleCnt="5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blipFill>
          <a:blip xmlns:r="http://schemas.openxmlformats.org/officeDocument/2006/relationships" r:embed="rId4"/>
          <a:srcRect/>
          <a:stretch>
            <a:fillRect/>
          </a:stretch>
        </a:blipFill>
      </dgm:spPr>
    </dgm:pt>
    <dgm:pt modelId="{A90E31E8-09E7-415A-846A-52D1240018D0}" type="pres">
      <dgm:prSet presAssocID="{986CB5E0-EADE-4372-A47A-E415308EF20E}" presName="txNode" presStyleLbl="node1" presStyleIdx="3" presStyleCnt="5">
        <dgm:presLayoutVars>
          <dgm:bulletEnabled val="1"/>
        </dgm:presLayoutVars>
      </dgm:prSet>
      <dgm:spPr/>
    </dgm:pt>
    <dgm:pt modelId="{121548CB-D80D-45D2-8FCA-65383CA030F2}" type="pres">
      <dgm:prSet presAssocID="{687FCD98-58B9-4F59-AEAE-350CADA468F4}" presName="sibTrans" presStyleLbl="sibTrans2D1" presStyleIdx="3" presStyleCnt="4" custFlipHor="1" custScaleX="75072" custScaleY="22968"/>
      <dgm:spPr>
        <a:prstGeom prst="mathMinus">
          <a:avLst/>
        </a:prstGeom>
      </dgm:spPr>
    </dgm:pt>
    <dgm:pt modelId="{781E4C0C-E186-4068-8D94-E7452E945821}" type="pres">
      <dgm:prSet presAssocID="{687FCD98-58B9-4F59-AEAE-350CADA468F4}" presName="connTx" presStyleLbl="sibTrans2D1" presStyleIdx="3" presStyleCnt="4"/>
      <dgm:spPr>
        <a:prstGeom prst="mathMinus">
          <a:avLst/>
        </a:prstGeom>
      </dgm:spPr>
    </dgm:pt>
    <dgm:pt modelId="{1BCD1C19-F176-43CA-8D69-F88E9B1AC45A}" type="pres">
      <dgm:prSet presAssocID="{FDCB95B8-DC78-4093-ADDF-371FF8AFB19E}" presName="composite" presStyleCnt="0"/>
      <dgm:spPr/>
    </dgm:pt>
    <dgm:pt modelId="{156DE0B8-821B-4683-B127-06EA1C9B1F5B}" type="pres">
      <dgm:prSet presAssocID="{FDCB95B8-DC78-4093-ADDF-371FF8AFB19E}" presName="imagSh" presStyleLbl="bgImgPlace1" presStyleIdx="4" presStyleCnt="5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blipFill>
          <a:blip xmlns:r="http://schemas.openxmlformats.org/officeDocument/2006/relationships" r:embed="rId5"/>
          <a:srcRect/>
          <a:stretch>
            <a:fillRect/>
          </a:stretch>
        </a:blipFill>
      </dgm:spPr>
    </dgm:pt>
    <dgm:pt modelId="{7E72D8C8-F9AB-4EE5-A1E0-CE368A8B3B8B}" type="pres">
      <dgm:prSet presAssocID="{FDCB95B8-DC78-4093-ADDF-371FF8AFB19E}" presName="txNode" presStyleLbl="node1" presStyleIdx="4" presStyleCnt="5">
        <dgm:presLayoutVars>
          <dgm:bulletEnabled val="1"/>
        </dgm:presLayoutVars>
      </dgm:prSet>
      <dgm:spPr/>
    </dgm:pt>
  </dgm:ptLst>
  <dgm:cxnLst>
    <dgm:cxn modelId="{2D159100-894E-4ADD-B0B7-83B5CB70FD90}" type="presOf" srcId="{5CFA6BD8-ED69-4116-B1EC-418AE84E0B54}" destId="{BAFBBDDB-3126-49C9-88D0-D04E606A1A4E}" srcOrd="0" destOrd="0" presId="urn:microsoft.com/office/officeart/2005/8/layout/hProcess10"/>
    <dgm:cxn modelId="{47058B06-5B61-46E3-81AD-D725E54C3CA1}" type="presOf" srcId="{99FE5F2F-DB14-4396-9CBC-CE23DD1BD886}" destId="{CE62123E-BBD7-4958-93DD-38D450252F2B}" srcOrd="0" destOrd="0" presId="urn:microsoft.com/office/officeart/2005/8/layout/hProcess10"/>
    <dgm:cxn modelId="{A54F4F13-DB66-42DD-BB57-E9A4B04BC02E}" srcId="{3835CEA5-50C1-4A03-8A91-9ECF4E8E5A01}" destId="{92C97449-9877-4A1B-891C-82FE0696D915}" srcOrd="1" destOrd="0" parTransId="{A3887457-4D4C-477C-A753-DF1F0121BA7B}" sibTransId="{662E0964-F2A8-4181-866E-9A82E37B7EBF}"/>
    <dgm:cxn modelId="{AE6E6416-7635-4241-A5AE-0E7320F58C64}" type="presOf" srcId="{687FCD98-58B9-4F59-AEAE-350CADA468F4}" destId="{781E4C0C-E186-4068-8D94-E7452E945821}" srcOrd="1" destOrd="0" presId="urn:microsoft.com/office/officeart/2005/8/layout/hProcess10"/>
    <dgm:cxn modelId="{3DED1424-6AEE-42AB-A00D-61A5E0D22242}" srcId="{3835CEA5-50C1-4A03-8A91-9ECF4E8E5A01}" destId="{CA13C65A-7050-4AF7-8DB3-36FA0CF42B26}" srcOrd="2" destOrd="0" parTransId="{C0C65E79-70DC-4E4F-8EB3-B672C44555BF}" sibTransId="{5CFA6BD8-ED69-4116-B1EC-418AE84E0B54}"/>
    <dgm:cxn modelId="{722DBC2D-674B-404F-B056-E54329DDF747}" type="presOf" srcId="{CA13C65A-7050-4AF7-8DB3-36FA0CF42B26}" destId="{62416E57-078B-4A07-B9E7-D889936BADB9}" srcOrd="0" destOrd="0" presId="urn:microsoft.com/office/officeart/2005/8/layout/hProcess10"/>
    <dgm:cxn modelId="{0D96605D-51E2-4EA6-AFF7-47C6C44575CE}" type="presOf" srcId="{986CB5E0-EADE-4372-A47A-E415308EF20E}" destId="{A90E31E8-09E7-415A-846A-52D1240018D0}" srcOrd="0" destOrd="0" presId="urn:microsoft.com/office/officeart/2005/8/layout/hProcess10"/>
    <dgm:cxn modelId="{206F3E44-5293-49D9-94B5-F9B2A82F45FB}" srcId="{3835CEA5-50C1-4A03-8A91-9ECF4E8E5A01}" destId="{815A4765-4AE5-4DDB-8FBE-433BED2014E4}" srcOrd="0" destOrd="0" parTransId="{26198658-8829-4BB2-A21D-B613CD218310}" sibTransId="{99FE5F2F-DB14-4396-9CBC-CE23DD1BD886}"/>
    <dgm:cxn modelId="{3AADC669-95EC-4782-BC0B-90680E7634AD}" type="presOf" srcId="{5CFA6BD8-ED69-4116-B1EC-418AE84E0B54}" destId="{5C9A1E18-3D0D-450A-B2F4-868B283D99C6}" srcOrd="1" destOrd="0" presId="urn:microsoft.com/office/officeart/2005/8/layout/hProcess10"/>
    <dgm:cxn modelId="{C057606B-719C-4A28-B753-C4A6BA3EBD46}" srcId="{3835CEA5-50C1-4A03-8A91-9ECF4E8E5A01}" destId="{986CB5E0-EADE-4372-A47A-E415308EF20E}" srcOrd="3" destOrd="0" parTransId="{64BFF8D2-E97A-41F0-95D3-81E76C41D8A7}" sibTransId="{687FCD98-58B9-4F59-AEAE-350CADA468F4}"/>
    <dgm:cxn modelId="{CC11976F-A8E3-459E-B89B-105C1150C6C4}" type="presOf" srcId="{FDCB95B8-DC78-4093-ADDF-371FF8AFB19E}" destId="{7E72D8C8-F9AB-4EE5-A1E0-CE368A8B3B8B}" srcOrd="0" destOrd="0" presId="urn:microsoft.com/office/officeart/2005/8/layout/hProcess10"/>
    <dgm:cxn modelId="{8ECB2572-E360-4D04-A222-43FF86F88D15}" type="presOf" srcId="{99FE5F2F-DB14-4396-9CBC-CE23DD1BD886}" destId="{E3D98E2E-1CD1-41F2-AAE9-EF029D7A4AE3}" srcOrd="1" destOrd="0" presId="urn:microsoft.com/office/officeart/2005/8/layout/hProcess10"/>
    <dgm:cxn modelId="{2AA42873-51B5-4548-8871-862FB39B539E}" type="presOf" srcId="{815A4765-4AE5-4DDB-8FBE-433BED2014E4}" destId="{6DCEF2A1-63D9-499D-8310-6CB9A96A3B7C}" srcOrd="0" destOrd="0" presId="urn:microsoft.com/office/officeart/2005/8/layout/hProcess10"/>
    <dgm:cxn modelId="{216C0285-108C-4D49-AEE6-A03BBD881939}" type="presOf" srcId="{687FCD98-58B9-4F59-AEAE-350CADA468F4}" destId="{121548CB-D80D-45D2-8FCA-65383CA030F2}" srcOrd="0" destOrd="0" presId="urn:microsoft.com/office/officeart/2005/8/layout/hProcess10"/>
    <dgm:cxn modelId="{D87560C0-C194-47DA-A8EC-8BA90FCEDE43}" type="presOf" srcId="{3835CEA5-50C1-4A03-8A91-9ECF4E8E5A01}" destId="{E15C2D5F-1199-44E4-9E5C-995495F56073}" srcOrd="0" destOrd="0" presId="urn:microsoft.com/office/officeart/2005/8/layout/hProcess10"/>
    <dgm:cxn modelId="{BC8863C0-0A92-4A2B-BDA5-F33116EDC20E}" srcId="{3835CEA5-50C1-4A03-8A91-9ECF4E8E5A01}" destId="{FDCB95B8-DC78-4093-ADDF-371FF8AFB19E}" srcOrd="4" destOrd="0" parTransId="{0F70191D-E952-4A27-AA37-6E3C727DF5E2}" sibTransId="{E3F98616-7EE6-4915-B8C0-4F2CFA90EFD0}"/>
    <dgm:cxn modelId="{48B9DDCE-A512-4CB2-8549-6AF40BAF5D8F}" type="presOf" srcId="{92C97449-9877-4A1B-891C-82FE0696D915}" destId="{8B35D087-D99D-48DD-AD9C-5462DC6F5AD2}" srcOrd="0" destOrd="0" presId="urn:microsoft.com/office/officeart/2005/8/layout/hProcess10"/>
    <dgm:cxn modelId="{DF8E1AF0-9DC8-4624-94A0-AED6CABDF7B1}" type="presOf" srcId="{662E0964-F2A8-4181-866E-9A82E37B7EBF}" destId="{6F403A33-2B8B-41D0-B7E6-C3C212392F68}" srcOrd="1" destOrd="0" presId="urn:microsoft.com/office/officeart/2005/8/layout/hProcess10"/>
    <dgm:cxn modelId="{4705A1F8-8FD1-480D-9A21-32B8C4C8677A}" type="presOf" srcId="{662E0964-F2A8-4181-866E-9A82E37B7EBF}" destId="{1A7C7EF9-39B3-4FBC-B327-83E43592ECC3}" srcOrd="0" destOrd="0" presId="urn:microsoft.com/office/officeart/2005/8/layout/hProcess10"/>
    <dgm:cxn modelId="{1BA8E699-E499-4B50-828E-0CE69CD38C73}" type="presParOf" srcId="{E15C2D5F-1199-44E4-9E5C-995495F56073}" destId="{DA2FE895-640E-455D-826E-A8860D1F141D}" srcOrd="0" destOrd="0" presId="urn:microsoft.com/office/officeart/2005/8/layout/hProcess10"/>
    <dgm:cxn modelId="{B72E3AF4-3C51-4B81-B52C-F31DED298DAA}" type="presParOf" srcId="{DA2FE895-640E-455D-826E-A8860D1F141D}" destId="{637D8248-D41B-4A8E-9540-D2F53C644466}" srcOrd="0" destOrd="0" presId="urn:microsoft.com/office/officeart/2005/8/layout/hProcess10"/>
    <dgm:cxn modelId="{D47D32DC-816B-46A5-8BB5-CB393DA22066}" type="presParOf" srcId="{DA2FE895-640E-455D-826E-A8860D1F141D}" destId="{6DCEF2A1-63D9-499D-8310-6CB9A96A3B7C}" srcOrd="1" destOrd="0" presId="urn:microsoft.com/office/officeart/2005/8/layout/hProcess10"/>
    <dgm:cxn modelId="{03DB0E0B-8F14-48F5-86E4-431E58D2E352}" type="presParOf" srcId="{E15C2D5F-1199-44E4-9E5C-995495F56073}" destId="{CE62123E-BBD7-4958-93DD-38D450252F2B}" srcOrd="1" destOrd="0" presId="urn:microsoft.com/office/officeart/2005/8/layout/hProcess10"/>
    <dgm:cxn modelId="{9A4A6261-197A-4F92-B3A9-8A21731CDFF6}" type="presParOf" srcId="{CE62123E-BBD7-4958-93DD-38D450252F2B}" destId="{E3D98E2E-1CD1-41F2-AAE9-EF029D7A4AE3}" srcOrd="0" destOrd="0" presId="urn:microsoft.com/office/officeart/2005/8/layout/hProcess10"/>
    <dgm:cxn modelId="{4916DF43-ACDC-439C-80FF-38BC022B7E6F}" type="presParOf" srcId="{E15C2D5F-1199-44E4-9E5C-995495F56073}" destId="{C6381657-B3B5-4808-AB70-AC5C0E465CBF}" srcOrd="2" destOrd="0" presId="urn:microsoft.com/office/officeart/2005/8/layout/hProcess10"/>
    <dgm:cxn modelId="{76DAE69E-7162-4BC4-9296-EEFC6C337EDC}" type="presParOf" srcId="{C6381657-B3B5-4808-AB70-AC5C0E465CBF}" destId="{79C1D96F-B206-420C-B1C2-5A3E24F5B94C}" srcOrd="0" destOrd="0" presId="urn:microsoft.com/office/officeart/2005/8/layout/hProcess10"/>
    <dgm:cxn modelId="{4DF28E5B-A56B-4A7F-83D9-FFE194E9CA9A}" type="presParOf" srcId="{C6381657-B3B5-4808-AB70-AC5C0E465CBF}" destId="{8B35D087-D99D-48DD-AD9C-5462DC6F5AD2}" srcOrd="1" destOrd="0" presId="urn:microsoft.com/office/officeart/2005/8/layout/hProcess10"/>
    <dgm:cxn modelId="{ABE9D430-9DD9-4103-BEEB-28FD73247EED}" type="presParOf" srcId="{E15C2D5F-1199-44E4-9E5C-995495F56073}" destId="{1A7C7EF9-39B3-4FBC-B327-83E43592ECC3}" srcOrd="3" destOrd="0" presId="urn:microsoft.com/office/officeart/2005/8/layout/hProcess10"/>
    <dgm:cxn modelId="{15A5F967-1301-4514-A912-7D9CAE220968}" type="presParOf" srcId="{1A7C7EF9-39B3-4FBC-B327-83E43592ECC3}" destId="{6F403A33-2B8B-41D0-B7E6-C3C212392F68}" srcOrd="0" destOrd="0" presId="urn:microsoft.com/office/officeart/2005/8/layout/hProcess10"/>
    <dgm:cxn modelId="{1346D1F8-0DF7-4B47-9B22-FEFA7BBA9ACE}" type="presParOf" srcId="{E15C2D5F-1199-44E4-9E5C-995495F56073}" destId="{2A06B63F-AF58-4F21-90B7-DA68DC005D07}" srcOrd="4" destOrd="0" presId="urn:microsoft.com/office/officeart/2005/8/layout/hProcess10"/>
    <dgm:cxn modelId="{6FC5874C-ABF5-4356-BDA0-B207FCCDEEED}" type="presParOf" srcId="{2A06B63F-AF58-4F21-90B7-DA68DC005D07}" destId="{AA189DE0-A9C8-4079-844E-C486425D9B34}" srcOrd="0" destOrd="0" presId="urn:microsoft.com/office/officeart/2005/8/layout/hProcess10"/>
    <dgm:cxn modelId="{571290BA-4854-4B5F-9A55-56B6ED499536}" type="presParOf" srcId="{2A06B63F-AF58-4F21-90B7-DA68DC005D07}" destId="{62416E57-078B-4A07-B9E7-D889936BADB9}" srcOrd="1" destOrd="0" presId="urn:microsoft.com/office/officeart/2005/8/layout/hProcess10"/>
    <dgm:cxn modelId="{C6747B3E-B5D9-4E81-ABFF-30C618C83186}" type="presParOf" srcId="{E15C2D5F-1199-44E4-9E5C-995495F56073}" destId="{BAFBBDDB-3126-49C9-88D0-D04E606A1A4E}" srcOrd="5" destOrd="0" presId="urn:microsoft.com/office/officeart/2005/8/layout/hProcess10"/>
    <dgm:cxn modelId="{90C5F02A-43F9-4914-A797-93434FF6AEA1}" type="presParOf" srcId="{BAFBBDDB-3126-49C9-88D0-D04E606A1A4E}" destId="{5C9A1E18-3D0D-450A-B2F4-868B283D99C6}" srcOrd="0" destOrd="0" presId="urn:microsoft.com/office/officeart/2005/8/layout/hProcess10"/>
    <dgm:cxn modelId="{3158F948-B797-4304-AE32-2B4D92232FD0}" type="presParOf" srcId="{E15C2D5F-1199-44E4-9E5C-995495F56073}" destId="{3229B44C-F15F-410F-8B9F-0C9B5E1364E4}" srcOrd="6" destOrd="0" presId="urn:microsoft.com/office/officeart/2005/8/layout/hProcess10"/>
    <dgm:cxn modelId="{9DD86896-192F-4D85-B2AC-C260B210972A}" type="presParOf" srcId="{3229B44C-F15F-410F-8B9F-0C9B5E1364E4}" destId="{80C79AB1-BE9F-4D8F-81BF-CB2192A32215}" srcOrd="0" destOrd="0" presId="urn:microsoft.com/office/officeart/2005/8/layout/hProcess10"/>
    <dgm:cxn modelId="{652DB91C-AF7E-4F48-BB9B-2A908FD6423B}" type="presParOf" srcId="{3229B44C-F15F-410F-8B9F-0C9B5E1364E4}" destId="{A90E31E8-09E7-415A-846A-52D1240018D0}" srcOrd="1" destOrd="0" presId="urn:microsoft.com/office/officeart/2005/8/layout/hProcess10"/>
    <dgm:cxn modelId="{D08D2CF0-485A-434F-9F49-876E78A46EBA}" type="presParOf" srcId="{E15C2D5F-1199-44E4-9E5C-995495F56073}" destId="{121548CB-D80D-45D2-8FCA-65383CA030F2}" srcOrd="7" destOrd="0" presId="urn:microsoft.com/office/officeart/2005/8/layout/hProcess10"/>
    <dgm:cxn modelId="{07B08BAF-0240-4662-9735-C49EB3A48455}" type="presParOf" srcId="{121548CB-D80D-45D2-8FCA-65383CA030F2}" destId="{781E4C0C-E186-4068-8D94-E7452E945821}" srcOrd="0" destOrd="0" presId="urn:microsoft.com/office/officeart/2005/8/layout/hProcess10"/>
    <dgm:cxn modelId="{769A4395-9405-4773-A581-14501F51D98E}" type="presParOf" srcId="{E15C2D5F-1199-44E4-9E5C-995495F56073}" destId="{1BCD1C19-F176-43CA-8D69-F88E9B1AC45A}" srcOrd="8" destOrd="0" presId="urn:microsoft.com/office/officeart/2005/8/layout/hProcess10"/>
    <dgm:cxn modelId="{F6272C23-F442-4A57-97B4-0A2C7C48FEDD}" type="presParOf" srcId="{1BCD1C19-F176-43CA-8D69-F88E9B1AC45A}" destId="{156DE0B8-821B-4683-B127-06EA1C9B1F5B}" srcOrd="0" destOrd="0" presId="urn:microsoft.com/office/officeart/2005/8/layout/hProcess10"/>
    <dgm:cxn modelId="{EC5E33F6-6E71-415F-8494-B081B3CAF165}" type="presParOf" srcId="{1BCD1C19-F176-43CA-8D69-F88E9B1AC45A}" destId="{7E72D8C8-F9AB-4EE5-A1E0-CE368A8B3B8B}" srcOrd="1" destOrd="0" presId="urn:microsoft.com/office/officeart/2005/8/layout/hProcess10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7D8248-D41B-4A8E-9540-D2F53C644466}">
      <dsp:nvSpPr>
        <dsp:cNvPr id="0" name=""/>
        <dsp:cNvSpPr/>
      </dsp:nvSpPr>
      <dsp:spPr>
        <a:xfrm>
          <a:off x="1736" y="387959"/>
          <a:ext cx="804964" cy="804964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25400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</dsp:sp>
    <dsp:sp modelId="{6DCEF2A1-63D9-499D-8310-6CB9A96A3B7C}">
      <dsp:nvSpPr>
        <dsp:cNvPr id="0" name=""/>
        <dsp:cNvSpPr/>
      </dsp:nvSpPr>
      <dsp:spPr>
        <a:xfrm>
          <a:off x="134484" y="882127"/>
          <a:ext cx="804964" cy="804964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CCTV Camera Feed</a:t>
          </a:r>
          <a:endParaRPr lang="en-IN" sz="1100" kern="1200" dirty="0"/>
        </a:p>
      </dsp:txBody>
      <dsp:txXfrm>
        <a:off x="158061" y="905704"/>
        <a:ext cx="757810" cy="757810"/>
      </dsp:txXfrm>
    </dsp:sp>
    <dsp:sp modelId="{CE62123E-BBD7-4958-93DD-38D450252F2B}">
      <dsp:nvSpPr>
        <dsp:cNvPr id="0" name=""/>
        <dsp:cNvSpPr/>
      </dsp:nvSpPr>
      <dsp:spPr>
        <a:xfrm rot="30779">
          <a:off x="962349" y="699424"/>
          <a:ext cx="155657" cy="193421"/>
        </a:xfrm>
        <a:prstGeom prst="rightArrow">
          <a:avLst>
            <a:gd name="adj1" fmla="val 60000"/>
            <a:gd name="adj2" fmla="val 50000"/>
          </a:avLst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800" kern="1200"/>
        </a:p>
      </dsp:txBody>
      <dsp:txXfrm>
        <a:off x="962350" y="737899"/>
        <a:ext cx="108960" cy="116053"/>
      </dsp:txXfrm>
    </dsp:sp>
    <dsp:sp modelId="{79C1D96F-B206-420C-B1C2-5A3E24F5B94C}">
      <dsp:nvSpPr>
        <dsp:cNvPr id="0" name=""/>
        <dsp:cNvSpPr/>
      </dsp:nvSpPr>
      <dsp:spPr>
        <a:xfrm>
          <a:off x="1251419" y="399148"/>
          <a:ext cx="804964" cy="804964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l="-26000" r="-26000"/>
          </a:stretch>
        </a:blipFill>
        <a:ln w="25400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</dsp:sp>
    <dsp:sp modelId="{8B35D087-D99D-48DD-AD9C-5462DC6F5AD2}">
      <dsp:nvSpPr>
        <dsp:cNvPr id="0" name=""/>
        <dsp:cNvSpPr/>
      </dsp:nvSpPr>
      <dsp:spPr>
        <a:xfrm>
          <a:off x="1382460" y="882127"/>
          <a:ext cx="804964" cy="804964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AI Detection System</a:t>
          </a:r>
          <a:endParaRPr lang="en-IN" sz="1100" kern="1200" dirty="0"/>
        </a:p>
      </dsp:txBody>
      <dsp:txXfrm>
        <a:off x="1406037" y="905704"/>
        <a:ext cx="757810" cy="757810"/>
      </dsp:txXfrm>
    </dsp:sp>
    <dsp:sp modelId="{1A7C7EF9-39B3-4FBC-B327-83E43592ECC3}">
      <dsp:nvSpPr>
        <dsp:cNvPr id="0" name=""/>
        <dsp:cNvSpPr/>
      </dsp:nvSpPr>
      <dsp:spPr>
        <a:xfrm>
          <a:off x="2211438" y="704919"/>
          <a:ext cx="155054" cy="193421"/>
        </a:xfrm>
        <a:prstGeom prst="rightArrow">
          <a:avLst>
            <a:gd name="adj1" fmla="val 60000"/>
            <a:gd name="adj2" fmla="val 50000"/>
          </a:avLst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800" kern="1200"/>
        </a:p>
      </dsp:txBody>
      <dsp:txXfrm>
        <a:off x="2211438" y="743603"/>
        <a:ext cx="108538" cy="116053"/>
      </dsp:txXfrm>
    </dsp:sp>
    <dsp:sp modelId="{AA189DE0-A9C8-4079-844E-C486425D9B34}">
      <dsp:nvSpPr>
        <dsp:cNvPr id="0" name=""/>
        <dsp:cNvSpPr/>
      </dsp:nvSpPr>
      <dsp:spPr>
        <a:xfrm>
          <a:off x="2499396" y="399148"/>
          <a:ext cx="804964" cy="804964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/>
          <a:srcRect/>
          <a:stretch>
            <a:fillRect/>
          </a:stretch>
        </a:blipFill>
        <a:ln w="25400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</dsp:sp>
    <dsp:sp modelId="{62416E57-078B-4A07-B9E7-D889936BADB9}">
      <dsp:nvSpPr>
        <dsp:cNvPr id="0" name=""/>
        <dsp:cNvSpPr/>
      </dsp:nvSpPr>
      <dsp:spPr>
        <a:xfrm>
          <a:off x="2630436" y="882127"/>
          <a:ext cx="804964" cy="804964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Decision Engine</a:t>
          </a:r>
          <a:endParaRPr lang="en-IN" sz="1100" kern="1200" dirty="0"/>
        </a:p>
      </dsp:txBody>
      <dsp:txXfrm>
        <a:off x="2654013" y="905704"/>
        <a:ext cx="757810" cy="757810"/>
      </dsp:txXfrm>
    </dsp:sp>
    <dsp:sp modelId="{BAFBBDDB-3126-49C9-88D0-D04E606A1A4E}">
      <dsp:nvSpPr>
        <dsp:cNvPr id="0" name=""/>
        <dsp:cNvSpPr/>
      </dsp:nvSpPr>
      <dsp:spPr>
        <a:xfrm>
          <a:off x="3459415" y="704919"/>
          <a:ext cx="155054" cy="193421"/>
        </a:xfrm>
        <a:prstGeom prst="rightArrow">
          <a:avLst>
            <a:gd name="adj1" fmla="val 60000"/>
            <a:gd name="adj2" fmla="val 50000"/>
          </a:avLst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800" kern="1200"/>
        </a:p>
      </dsp:txBody>
      <dsp:txXfrm>
        <a:off x="3459415" y="743603"/>
        <a:ext cx="108538" cy="116053"/>
      </dsp:txXfrm>
    </dsp:sp>
    <dsp:sp modelId="{80C79AB1-BE9F-4D8F-81BF-CB2192A32215}">
      <dsp:nvSpPr>
        <dsp:cNvPr id="0" name=""/>
        <dsp:cNvSpPr/>
      </dsp:nvSpPr>
      <dsp:spPr>
        <a:xfrm>
          <a:off x="3747372" y="399148"/>
          <a:ext cx="804964" cy="804964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4"/>
          <a:srcRect/>
          <a:stretch>
            <a:fillRect/>
          </a:stretch>
        </a:blipFill>
        <a:ln w="25400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</dsp:sp>
    <dsp:sp modelId="{A90E31E8-09E7-415A-846A-52D1240018D0}">
      <dsp:nvSpPr>
        <dsp:cNvPr id="0" name=""/>
        <dsp:cNvSpPr/>
      </dsp:nvSpPr>
      <dsp:spPr>
        <a:xfrm>
          <a:off x="3878413" y="882127"/>
          <a:ext cx="804964" cy="804964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Traffic Signal Controller</a:t>
          </a:r>
          <a:endParaRPr lang="en-IN" sz="1100" kern="1200" dirty="0"/>
        </a:p>
      </dsp:txBody>
      <dsp:txXfrm>
        <a:off x="3901990" y="905704"/>
        <a:ext cx="757810" cy="757810"/>
      </dsp:txXfrm>
    </dsp:sp>
    <dsp:sp modelId="{121548CB-D80D-45D2-8FCA-65383CA030F2}">
      <dsp:nvSpPr>
        <dsp:cNvPr id="0" name=""/>
        <dsp:cNvSpPr/>
      </dsp:nvSpPr>
      <dsp:spPr>
        <a:xfrm flipH="1">
          <a:off x="4726717" y="779417"/>
          <a:ext cx="116402" cy="44425"/>
        </a:xfrm>
        <a:prstGeom prst="mathMinus">
          <a:avLst/>
        </a:prstGeom>
        <a:solidFill>
          <a:schemeClr val="accent1"/>
        </a:solidFill>
        <a:ln w="38100" cap="flat" cmpd="sng" algn="ctr">
          <a:solidFill>
            <a:schemeClr val="lt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 dirty="0"/>
        </a:p>
      </dsp:txBody>
      <dsp:txXfrm>
        <a:off x="4742146" y="796405"/>
        <a:ext cx="85544" cy="10449"/>
      </dsp:txXfrm>
    </dsp:sp>
    <dsp:sp modelId="{156DE0B8-821B-4683-B127-06EA1C9B1F5B}">
      <dsp:nvSpPr>
        <dsp:cNvPr id="0" name=""/>
        <dsp:cNvSpPr/>
      </dsp:nvSpPr>
      <dsp:spPr>
        <a:xfrm>
          <a:off x="4995349" y="399148"/>
          <a:ext cx="804964" cy="804964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5"/>
          <a:srcRect/>
          <a:stretch>
            <a:fillRect/>
          </a:stretch>
        </a:blipFill>
        <a:ln w="25400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</dsp:sp>
    <dsp:sp modelId="{7E72D8C8-F9AB-4EE5-A1E0-CE368A8B3B8B}">
      <dsp:nvSpPr>
        <dsp:cNvPr id="0" name=""/>
        <dsp:cNvSpPr/>
      </dsp:nvSpPr>
      <dsp:spPr>
        <a:xfrm>
          <a:off x="5126389" y="882127"/>
          <a:ext cx="804964" cy="804964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Dashboard for Authorities</a:t>
          </a:r>
          <a:endParaRPr lang="en-IN" sz="1100" kern="1200" dirty="0"/>
        </a:p>
      </dsp:txBody>
      <dsp:txXfrm>
        <a:off x="5149966" y="905704"/>
        <a:ext cx="757810" cy="7578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0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imagSh"/>
            <dgm:param type="dstNode" val="imagSh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61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itslink.com/blog/ai-and-transportation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rjpn.org/ijcspub/viewpaperforall.php?paper=IJCSP25B1059" TargetMode="External"/><Relationship Id="rId4" Type="http://schemas.openxmlformats.org/officeDocument/2006/relationships/hyperlink" Target="https://github.com/juztmsd777777/Traffic-signal-management-syste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418453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49" y="1547618"/>
            <a:ext cx="11369101" cy="4582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- 25050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Smart Traffic </a:t>
            </a:r>
          </a:p>
          <a:p>
            <a:pPr algn="just">
              <a:lnSpc>
                <a:spcPct val="20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   Management System for Urban Congestion.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 - Transport &amp; Logistics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 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 - 83450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MindSpark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C17A85B9-F215-BCDE-3358-574805CD41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52438" y="4417142"/>
            <a:ext cx="609600" cy="45719"/>
          </a:xfrm>
        </p:spPr>
        <p:txBody>
          <a:bodyPr/>
          <a:lstStyle/>
          <a:p>
            <a:r>
              <a:rPr lang="en-IN" sz="1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655467-2C38-D920-EDA5-7CB96F0E7A0A}"/>
              </a:ext>
            </a:extLst>
          </p:cNvPr>
          <p:cNvSpPr txBox="1"/>
          <p:nvPr/>
        </p:nvSpPr>
        <p:spPr>
          <a:xfrm>
            <a:off x="4176252" y="1222690"/>
            <a:ext cx="66810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MindSpark</a:t>
            </a:r>
            <a:endParaRPr lang="en-IN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-9832"/>
            <a:ext cx="10972800" cy="987667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 err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FlowAI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2" y="214864"/>
            <a:ext cx="185195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MindSpark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D59C3F-718C-285A-B7F4-B0774E5EC45F}"/>
              </a:ext>
            </a:extLst>
          </p:cNvPr>
          <p:cNvSpPr txBox="1"/>
          <p:nvPr/>
        </p:nvSpPr>
        <p:spPr>
          <a:xfrm>
            <a:off x="459498" y="1370369"/>
            <a:ext cx="4748981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u="sng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IDEA / SOLUTION:</a:t>
            </a:r>
          </a:p>
          <a:p>
            <a:endParaRPr lang="en-US" sz="6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Arial" pitchFamily="34" charset="0"/>
                <a:cs typeface="Arial" pitchFamily="34" charset="0"/>
              </a:rPr>
              <a:t>AI</a:t>
            </a:r>
            <a:r>
              <a:rPr lang="en-US" dirty="0">
                <a:latin typeface="Arial" pitchFamily="34" charset="0"/>
                <a:cs typeface="Arial" pitchFamily="34" charset="0"/>
              </a:rPr>
              <a:t>-Powered system that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optimizes traffic signal timings</a:t>
            </a:r>
            <a:r>
              <a:rPr lang="en-US" dirty="0">
                <a:latin typeface="Arial" pitchFamily="34" charset="0"/>
                <a:cs typeface="Arial" pitchFamily="34" charset="0"/>
              </a:rPr>
              <a:t> using real-time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CCTV &amp; IoT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Predicts traffic 3-5 minutes ahead and 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prevent jams </a:t>
            </a:r>
            <a:r>
              <a:rPr lang="en-US" dirty="0">
                <a:latin typeface="Arial" pitchFamily="34" charset="0"/>
                <a:cs typeface="Arial" pitchFamily="34" charset="0"/>
              </a:rPr>
              <a:t>instead for reacting late.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5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itchFamily="34" charset="0"/>
                <a:cs typeface="Arial" pitchFamily="34" charset="0"/>
              </a:rPr>
              <a:t>Emergency Vehicles </a:t>
            </a:r>
            <a:r>
              <a:rPr lang="en-US" dirty="0">
                <a:latin typeface="Arial" pitchFamily="34" charset="0"/>
                <a:cs typeface="Arial" pitchFamily="34" charset="0"/>
              </a:rPr>
              <a:t>gets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priority</a:t>
            </a:r>
            <a:r>
              <a:rPr lang="en-US" dirty="0">
                <a:latin typeface="Arial" pitchFamily="34" charset="0"/>
                <a:cs typeface="Arial" pitchFamily="34" charset="0"/>
              </a:rPr>
              <a:t> with minimum delay.</a:t>
            </a:r>
          </a:p>
          <a:p>
            <a:endParaRPr lang="en-US" sz="5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Self-learning system, adapts daily and improves continuously at managing city traffic.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500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Achieves &gt; 10% reduction in commute time in simulated environment.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500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Privacy &amp; Efficiency, it will run on edge devices and works offline without internet.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A07561-2F9A-6A8B-F513-8AB9A79498D3}"/>
              </a:ext>
            </a:extLst>
          </p:cNvPr>
          <p:cNvSpPr/>
          <p:nvPr/>
        </p:nvSpPr>
        <p:spPr>
          <a:xfrm>
            <a:off x="329772" y="1246895"/>
            <a:ext cx="5008434" cy="4950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250ED2-1EC6-FA77-05BC-CBAFDFBF5442}"/>
              </a:ext>
            </a:extLst>
          </p:cNvPr>
          <p:cNvSpPr/>
          <p:nvPr/>
        </p:nvSpPr>
        <p:spPr>
          <a:xfrm>
            <a:off x="5613265" y="1246895"/>
            <a:ext cx="6225727" cy="226322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noFill/>
            </a:endParaRPr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EE82750A-D3F7-F31B-A033-04A434CEC2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13171831"/>
              </p:ext>
            </p:extLst>
          </p:nvPr>
        </p:nvGraphicFramePr>
        <p:xfrm>
          <a:off x="5770201" y="1636166"/>
          <a:ext cx="5934798" cy="208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A86544F6-308A-1ED8-7F4A-56148488E9E7}"/>
              </a:ext>
            </a:extLst>
          </p:cNvPr>
          <p:cNvSpPr/>
          <p:nvPr/>
        </p:nvSpPr>
        <p:spPr>
          <a:xfrm>
            <a:off x="5613266" y="3651086"/>
            <a:ext cx="6225726" cy="25459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6EF61D-0E71-2DCF-2DD1-CF5DE8E23DF3}"/>
              </a:ext>
            </a:extLst>
          </p:cNvPr>
          <p:cNvSpPr txBox="1"/>
          <p:nvPr/>
        </p:nvSpPr>
        <p:spPr>
          <a:xfrm>
            <a:off x="5669398" y="3774118"/>
            <a:ext cx="622572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u="sng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INNOVATION &amp; UNIQUENESS: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US" sz="8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Not just reactive but also predictive.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800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Data Insights for city planning &amp;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pollution control.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800" b="1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Emergency &amp; pedestrian priority.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800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Cost effective rollouts by reusing the existing CCTV’s and signals, will reduce deployment cost by up to 70%.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D2DCEB-188F-9AEE-39E9-F1D028CA4C9E}"/>
              </a:ext>
            </a:extLst>
          </p:cNvPr>
          <p:cNvSpPr txBox="1"/>
          <p:nvPr/>
        </p:nvSpPr>
        <p:spPr>
          <a:xfrm>
            <a:off x="5623098" y="1400432"/>
            <a:ext cx="3603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u="sng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SYSTEM ARCHITECTURE: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8A5009-EFC8-CFC9-6058-71B27A35153B}"/>
              </a:ext>
            </a:extLst>
          </p:cNvPr>
          <p:cNvSpPr/>
          <p:nvPr/>
        </p:nvSpPr>
        <p:spPr>
          <a:xfrm>
            <a:off x="329773" y="1359451"/>
            <a:ext cx="5058304" cy="47463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D48CCA-614D-9D02-E408-E0F55A5E0E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50" r="12134" b="2223"/>
          <a:stretch>
            <a:fillRect/>
          </a:stretch>
        </p:blipFill>
        <p:spPr>
          <a:xfrm>
            <a:off x="5703434" y="1056610"/>
            <a:ext cx="6347052" cy="525804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773" y="1416579"/>
            <a:ext cx="4910821" cy="4385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Programming </a:t>
            </a:r>
            <a:r>
              <a:rPr lang="en-US" b="1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Languages:</a:t>
            </a:r>
            <a:r>
              <a:rPr lang="en-US" sz="3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</a:t>
            </a:r>
            <a:endParaRPr lang="en-US" sz="3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Python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JavaScript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5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Frameworks &amp; Libraries: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en-US" sz="400" dirty="0"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latin typeface="Arial" pitchFamily="34" charset="0"/>
                <a:cs typeface="Arial" pitchFamily="34" charset="0"/>
              </a:rPr>
              <a:t>Streamlit</a:t>
            </a:r>
            <a:r>
              <a:rPr lang="en-US" dirty="0">
                <a:latin typeface="Arial" pitchFamily="34" charset="0"/>
                <a:cs typeface="Arial" pitchFamily="34" charset="0"/>
              </a:rPr>
              <a:t>  (Python library for dashboard).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Flask (backend).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YOLO (For Object detection).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TensorFlow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OpenCV (AI/ML)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6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Hardware: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en-US" sz="2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Raspberry Pi – Edge IoT Device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6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Databases &amp; Cloud Services: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endParaRPr lang="en-US" sz="2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PostgreSQL (Data).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AWS (Scalability)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2" y="252246"/>
            <a:ext cx="197097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MindSpark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-27493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D583933-07DE-075C-5767-6D5EC5F57722}"/>
              </a:ext>
            </a:extLst>
          </p:cNvPr>
          <p:cNvSpPr/>
          <p:nvPr/>
        </p:nvSpPr>
        <p:spPr>
          <a:xfrm>
            <a:off x="5900693" y="3724012"/>
            <a:ext cx="5875033" cy="22245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CC27B3-75F4-4E38-893A-36D8B501436E}"/>
              </a:ext>
            </a:extLst>
          </p:cNvPr>
          <p:cNvSpPr/>
          <p:nvPr/>
        </p:nvSpPr>
        <p:spPr>
          <a:xfrm>
            <a:off x="5900693" y="1299913"/>
            <a:ext cx="5789862" cy="22807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7E6046-F0CA-4BDD-C450-4341D762280C}"/>
              </a:ext>
            </a:extLst>
          </p:cNvPr>
          <p:cNvSpPr/>
          <p:nvPr/>
        </p:nvSpPr>
        <p:spPr>
          <a:xfrm>
            <a:off x="368721" y="1302879"/>
            <a:ext cx="5294659" cy="46456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16274" y="1475432"/>
            <a:ext cx="5148784" cy="4293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sz="2000" b="1" u="sng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800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b="1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Technical Feasibility: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200" b="1" dirty="0">
              <a:solidFill>
                <a:srgbClr val="010000"/>
              </a:solidFill>
              <a:latin typeface="Arial" pitchFamily="34" charset="0"/>
              <a:cs typeface="Arial" pitchFamily="34" charset="0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Uses proven AI/vision tools.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00" dirty="0">
              <a:solidFill>
                <a:srgbClr val="010000"/>
              </a:solidFill>
              <a:latin typeface="Arial" pitchFamily="34" charset="0"/>
              <a:cs typeface="Arial" pitchFamily="34" charset="0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Modular System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600" dirty="0">
              <a:solidFill>
                <a:srgbClr val="010000"/>
              </a:solidFill>
              <a:latin typeface="Arial" pitchFamily="34" charset="0"/>
              <a:cs typeface="Arial" pitchFamily="34" charset="0"/>
            </a:endParaRP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b="1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Economic Feasibility: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200" b="1" dirty="0">
              <a:solidFill>
                <a:srgbClr val="010000"/>
              </a:solidFill>
              <a:latin typeface="Arial" pitchFamily="34" charset="0"/>
              <a:cs typeface="Arial" pitchFamily="34" charset="0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Start small at critical junctions - Pilot first approach.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00" dirty="0">
              <a:solidFill>
                <a:srgbClr val="010000"/>
              </a:solidFill>
              <a:latin typeface="Arial" pitchFamily="34" charset="0"/>
              <a:cs typeface="Arial" pitchFamily="34" charset="0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Less Fuel – Less Pollution.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600" dirty="0">
              <a:solidFill>
                <a:srgbClr val="010000"/>
              </a:solidFill>
              <a:latin typeface="Arial" pitchFamily="34" charset="0"/>
              <a:cs typeface="Arial" pitchFamily="34" charset="0"/>
            </a:endParaRP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b="1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Operational Feasibility: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200" b="1" dirty="0">
              <a:solidFill>
                <a:srgbClr val="010000"/>
              </a:solidFill>
              <a:latin typeface="Arial" pitchFamily="34" charset="0"/>
              <a:cs typeface="Arial" pitchFamily="34" charset="0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010000"/>
                </a:solidFill>
                <a:latin typeface="Arial" pitchFamily="34" charset="0"/>
                <a:cs typeface="Arial" pitchFamily="34" charset="0"/>
              </a:rPr>
              <a:t>Runs on local devices, requires minimal training for authoritie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Provides Dashboard + manual override, traffic police still in control.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500" dirty="0">
              <a:solidFill>
                <a:srgbClr val="01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2" y="252246"/>
            <a:ext cx="180382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MindSpark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E47597-4348-A8C0-A21E-CC70AE5DC455}"/>
              </a:ext>
            </a:extLst>
          </p:cNvPr>
          <p:cNvSpPr txBox="1"/>
          <p:nvPr/>
        </p:nvSpPr>
        <p:spPr>
          <a:xfrm>
            <a:off x="6095999" y="1490718"/>
            <a:ext cx="441350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sz="2000" b="1" u="sng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endParaRPr lang="en-US" sz="800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High Deployment Costs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00" dirty="0">
              <a:latin typeface="Arial" pitchFamily="34" charset="0"/>
              <a:cs typeface="Arial" pitchFamily="34" charset="0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Data Privacy &amp; Security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AI Reliability &amp; Accuracy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Lane Starvation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Infrastructure Dependency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3759AC-42E2-B153-BC3A-7D416611797F}"/>
              </a:ext>
            </a:extLst>
          </p:cNvPr>
          <p:cNvSpPr txBox="1"/>
          <p:nvPr/>
        </p:nvSpPr>
        <p:spPr>
          <a:xfrm>
            <a:off x="5989023" y="3532470"/>
            <a:ext cx="6401046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b="0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  <a:defRPr/>
            </a:pPr>
            <a:r>
              <a:rPr lang="en-US" sz="2000" b="1" u="sng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Strategies for overcoming these challenges</a:t>
            </a:r>
          </a:p>
          <a:p>
            <a:pPr algn="just">
              <a:defRPr/>
            </a:pPr>
            <a:endParaRPr lang="en-US" sz="800" b="1" u="sng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Reuse existing CCTVs.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endParaRPr lang="en-US" sz="2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Edge AI processing.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endParaRPr lang="en-US" sz="2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Hybrid Approach AI + Manual override.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endParaRPr lang="en-US" sz="2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Minimum Green Guarantee.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endParaRPr lang="en-US" sz="2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Local Power backup + edge devices run offline.</a:t>
            </a:r>
          </a:p>
          <a:p>
            <a:pPr algn="just">
              <a:defRPr/>
            </a:pPr>
            <a:endParaRPr lang="en-US" sz="5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n-US" sz="5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65471" y="1359451"/>
            <a:ext cx="5676329" cy="4555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audience:</a:t>
            </a: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latin typeface="Arial" pitchFamily="34" charset="0"/>
                <a:cs typeface="Arial" pitchFamily="34" charset="0"/>
              </a:rPr>
              <a:t>Citizens: </a:t>
            </a:r>
            <a:r>
              <a:rPr lang="en-US" dirty="0">
                <a:latin typeface="Arial" pitchFamily="34" charset="0"/>
                <a:cs typeface="Arial" pitchFamily="34" charset="0"/>
              </a:rPr>
              <a:t>Faster &amp; smoother daily commutes, less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     stress from long traffic waits and improved road   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     safety with fairer signals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latin typeface="Arial" pitchFamily="34" charset="0"/>
                <a:cs typeface="Arial" pitchFamily="34" charset="0"/>
              </a:rPr>
              <a:t>Emergency Services: </a:t>
            </a:r>
            <a:r>
              <a:rPr lang="en-US" dirty="0">
                <a:latin typeface="Arial" pitchFamily="34" charset="0"/>
                <a:cs typeface="Arial" pitchFamily="34" charset="0"/>
              </a:rPr>
              <a:t>Priority green corridors reduce response time, saving lives.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latin typeface="Arial" pitchFamily="34" charset="0"/>
                <a:cs typeface="Arial" pitchFamily="34" charset="0"/>
              </a:rPr>
              <a:t>Traffic Authorities: </a:t>
            </a:r>
            <a:r>
              <a:rPr lang="en-US" dirty="0">
                <a:latin typeface="Arial" pitchFamily="34" charset="0"/>
                <a:cs typeface="Arial" pitchFamily="34" charset="0"/>
              </a:rPr>
              <a:t>Real-time visibility for traffic conditions, data-driven decision making for Urban plannings.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latin typeface="Arial" pitchFamily="34" charset="0"/>
                <a:cs typeface="Arial" pitchFamily="34" charset="0"/>
              </a:rPr>
              <a:t>Environment and Society: </a:t>
            </a:r>
            <a:r>
              <a:rPr lang="en-US" dirty="0">
                <a:latin typeface="Arial" pitchFamily="34" charset="0"/>
                <a:cs typeface="Arial" pitchFamily="34" charset="0"/>
              </a:rPr>
              <a:t>Reduces vehicular emissions, clean air and supports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India’s smart cities mission.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2" y="252246"/>
            <a:ext cx="189231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MindSpark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8AC872-ADF2-32C7-5F42-DF10B1C17089}"/>
              </a:ext>
            </a:extLst>
          </p:cNvPr>
          <p:cNvSpPr txBox="1"/>
          <p:nvPr/>
        </p:nvSpPr>
        <p:spPr>
          <a:xfrm>
            <a:off x="6250200" y="1359451"/>
            <a:ext cx="5676329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Benefits of the solution:</a:t>
            </a: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latin typeface="Arial" pitchFamily="34" charset="0"/>
                <a:cs typeface="Arial" pitchFamily="34" charset="0"/>
              </a:rPr>
              <a:t>Social benefits: </a:t>
            </a:r>
            <a:r>
              <a:rPr lang="en-US" dirty="0">
                <a:latin typeface="Arial" pitchFamily="34" charset="0"/>
                <a:cs typeface="Arial" pitchFamily="34" charset="0"/>
              </a:rPr>
              <a:t>Improved quality of life through time saving.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latin typeface="Arial" pitchFamily="34" charset="0"/>
                <a:cs typeface="Arial" pitchFamily="34" charset="0"/>
              </a:rPr>
              <a:t>Economic benefits: </a:t>
            </a:r>
            <a:r>
              <a:rPr lang="en-US" dirty="0">
                <a:latin typeface="Arial" pitchFamily="34" charset="0"/>
                <a:cs typeface="Arial" pitchFamily="34" charset="0"/>
              </a:rPr>
              <a:t>Reduces fuel wastage and avoids need for Flyovers, metro projects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.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latin typeface="Arial" pitchFamily="34" charset="0"/>
                <a:cs typeface="Arial" pitchFamily="34" charset="0"/>
              </a:rPr>
              <a:t>Environment benefits: </a:t>
            </a:r>
            <a:r>
              <a:rPr lang="en-US" dirty="0">
                <a:latin typeface="Arial" pitchFamily="34" charset="0"/>
                <a:cs typeface="Arial" pitchFamily="34" charset="0"/>
              </a:rPr>
              <a:t>Less CO</a:t>
            </a:r>
            <a:r>
              <a:rPr lang="en-US" sz="1000" dirty="0">
                <a:latin typeface="Arial" pitchFamily="34" charset="0"/>
                <a:cs typeface="Arial" pitchFamily="34" charset="0"/>
              </a:rPr>
              <a:t>2  </a:t>
            </a:r>
            <a:r>
              <a:rPr lang="en-US" dirty="0">
                <a:latin typeface="Arial" pitchFamily="34" charset="0"/>
                <a:cs typeface="Arial" pitchFamily="34" charset="0"/>
              </a:rPr>
              <a:t>emission and contributes to sustainable urban mobility.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>
                <a:latin typeface="Arial" pitchFamily="34" charset="0"/>
                <a:cs typeface="Arial" pitchFamily="34" charset="0"/>
              </a:rPr>
              <a:t>Technology benefits: </a:t>
            </a:r>
            <a:r>
              <a:rPr lang="en-US" dirty="0">
                <a:latin typeface="Arial" pitchFamily="34" charset="0"/>
                <a:cs typeface="Arial" pitchFamily="34" charset="0"/>
              </a:rPr>
              <a:t>Modular system is easy to scale and upgrade.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700747"/>
            <a:ext cx="9635614" cy="2600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algn="just">
              <a:defRPr/>
            </a:pPr>
            <a:endParaRPr lang="en-US" sz="800" dirty="0">
              <a:latin typeface="Arial" pitchFamily="34" charset="0"/>
              <a:cs typeface="Arial" pitchFamily="34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4"/>
              </a:rPr>
              <a:t>https://github.com/juztmsd777777/Traffic-signal-management-system</a:t>
            </a:r>
            <a:endParaRPr lang="en-US" sz="20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5"/>
              </a:rPr>
              <a:t>https://rjpn.org/ijcspub/viewpaperforall.php?paper=IJCSP25B1059</a:t>
            </a:r>
            <a:endParaRPr lang="en-US" sz="20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3"/>
              </a:rPr>
              <a:t>https://litslink.com/blog/ai-and-transportation</a:t>
            </a:r>
            <a:endParaRPr lang="en-US" sz="20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IN" sz="2000" dirty="0"/>
              <a:t>C.R. </a:t>
            </a:r>
            <a:r>
              <a:rPr lang="en-IN" sz="2000" dirty="0" err="1"/>
              <a:t>Goenawan</a:t>
            </a:r>
            <a:r>
              <a:rPr lang="en-IN" sz="2000" dirty="0"/>
              <a:t>, Autonomous Smart Traffic Management System Using Artificial Intelligence CNN and LSTM.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endParaRPr lang="en-IN" sz="1100" dirty="0"/>
          </a:p>
          <a:p>
            <a:pPr marL="342900" lvl="0" indent="-342900" algn="just">
              <a:buFont typeface="Wingdings" panose="05000000000000000000" pitchFamily="2" charset="2"/>
              <a:buChar char="v"/>
              <a:defRPr/>
            </a:pPr>
            <a:r>
              <a:rPr lang="en-IN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Comparison Table:</a:t>
            </a:r>
          </a:p>
          <a:p>
            <a:pPr lvl="0" algn="just">
              <a:defRPr/>
            </a:pPr>
            <a:endParaRPr lang="en-US" sz="20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4315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MindSpark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DD5C268-4475-0861-23E3-18F9A39F29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153168"/>
              </p:ext>
            </p:extLst>
          </p:nvPr>
        </p:nvGraphicFramePr>
        <p:xfrm>
          <a:off x="997581" y="4121373"/>
          <a:ext cx="6708247" cy="1877525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335782">
                  <a:extLst>
                    <a:ext uri="{9D8B030D-6E8A-4147-A177-3AD203B41FA5}">
                      <a16:colId xmlns:a16="http://schemas.microsoft.com/office/drawing/2014/main" val="710640660"/>
                    </a:ext>
                  </a:extLst>
                </a:gridCol>
                <a:gridCol w="1818968">
                  <a:extLst>
                    <a:ext uri="{9D8B030D-6E8A-4147-A177-3AD203B41FA5}">
                      <a16:colId xmlns:a16="http://schemas.microsoft.com/office/drawing/2014/main" val="1758082412"/>
                    </a:ext>
                  </a:extLst>
                </a:gridCol>
                <a:gridCol w="1553497">
                  <a:extLst>
                    <a:ext uri="{9D8B030D-6E8A-4147-A177-3AD203B41FA5}">
                      <a16:colId xmlns:a16="http://schemas.microsoft.com/office/drawing/2014/main" val="38387916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Feature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Existing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solidFill>
                            <a:schemeClr val="tx1"/>
                          </a:solidFill>
                        </a:rPr>
                        <a:t>FlowAI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332849"/>
                  </a:ext>
                </a:extLst>
              </a:tr>
              <a:tr h="394165">
                <a:tc>
                  <a:txBody>
                    <a:bodyPr/>
                    <a:lstStyle/>
                    <a:p>
                      <a:r>
                        <a:rPr lang="en-IN" dirty="0"/>
                        <a:t>Real-time adaptive signal control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417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Predictive congestion Forecasting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319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Emergency vehicle priority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3602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Works Offline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0428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314563A-4186-1818-C7A0-BB3DA46479E0}"/>
              </a:ext>
            </a:extLst>
          </p:cNvPr>
          <p:cNvSpPr txBox="1"/>
          <p:nvPr/>
        </p:nvSpPr>
        <p:spPr>
          <a:xfrm>
            <a:off x="609600" y="1356908"/>
            <a:ext cx="24777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v"/>
              <a:defRPr/>
            </a:pPr>
            <a:r>
              <a:rPr lang="en-IN" sz="2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References: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8694</TotalTime>
  <Words>619</Words>
  <Application>Microsoft Office PowerPoint</Application>
  <PresentationFormat>Widescreen</PresentationFormat>
  <Paragraphs>167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FlowAI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RAJAROHAN REDDY VAIDYULA</cp:lastModifiedBy>
  <cp:revision>151</cp:revision>
  <dcterms:created xsi:type="dcterms:W3CDTF">2013-12-12T18:46:50Z</dcterms:created>
  <dcterms:modified xsi:type="dcterms:W3CDTF">2025-09-29T09:44:46Z</dcterms:modified>
  <cp:category/>
</cp:coreProperties>
</file>