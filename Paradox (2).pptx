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AD2AB4-B255-5C8D-7AEB-8FF8D27357D3}"/>
              </a:ext>
            </a:extLst>
          </p:cNvPr>
          <p:cNvSpPr txBox="1"/>
          <p:nvPr/>
        </p:nvSpPr>
        <p:spPr>
          <a:xfrm>
            <a:off x="3584992" y="2133601"/>
            <a:ext cx="1869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Paradox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8F9B2-0278-E340-919E-384F4AB5C20B}"/>
              </a:ext>
            </a:extLst>
          </p:cNvPr>
          <p:cNvSpPr txBox="1"/>
          <p:nvPr/>
        </p:nvSpPr>
        <p:spPr>
          <a:xfrm>
            <a:off x="3584992" y="2558716"/>
            <a:ext cx="1869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 err="1"/>
              <a:t>AgriTech</a:t>
            </a:r>
            <a:endParaRPr lang="en-IN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DD039-53EB-B580-1DFF-A4713CDE2D21}"/>
              </a:ext>
            </a:extLst>
          </p:cNvPr>
          <p:cNvSpPr txBox="1"/>
          <p:nvPr/>
        </p:nvSpPr>
        <p:spPr>
          <a:xfrm>
            <a:off x="3584992" y="3044535"/>
            <a:ext cx="30002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Crop-Mate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11832-5E6E-A685-4E25-C3CA41B0142A}"/>
              </a:ext>
            </a:extLst>
          </p:cNvPr>
          <p:cNvSpPr txBox="1"/>
          <p:nvPr/>
        </p:nvSpPr>
        <p:spPr>
          <a:xfrm>
            <a:off x="9672971" y="4660232"/>
            <a:ext cx="23104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 err="1"/>
              <a:t>Anognya</a:t>
            </a:r>
            <a:r>
              <a:rPr lang="en-IN" sz="2500" dirty="0"/>
              <a:t> Reddy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5A88B-A86B-67CA-F379-FA4B3BCC6595}"/>
              </a:ext>
            </a:extLst>
          </p:cNvPr>
          <p:cNvSpPr txBox="1"/>
          <p:nvPr/>
        </p:nvSpPr>
        <p:spPr>
          <a:xfrm>
            <a:off x="8694822" y="5097662"/>
            <a:ext cx="622433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 err="1"/>
              <a:t>Sirichandana</a:t>
            </a:r>
            <a:endParaRPr lang="en-IN" sz="2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B9385-5A6C-071F-D456-165F8B37A479}"/>
              </a:ext>
            </a:extLst>
          </p:cNvPr>
          <p:cNvSpPr txBox="1"/>
          <p:nvPr/>
        </p:nvSpPr>
        <p:spPr>
          <a:xfrm>
            <a:off x="8694822" y="5458889"/>
            <a:ext cx="745957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/>
              <a:t>Amrutha Varshini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37E701-C9E0-40DF-18B8-3B8002B80DDE}"/>
              </a:ext>
            </a:extLst>
          </p:cNvPr>
          <p:cNvSpPr txBox="1"/>
          <p:nvPr/>
        </p:nvSpPr>
        <p:spPr>
          <a:xfrm>
            <a:off x="8694822" y="5856695"/>
            <a:ext cx="81413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AB7EB6-D40B-C768-C359-F30E19D5C356}"/>
              </a:ext>
            </a:extLst>
          </p:cNvPr>
          <p:cNvSpPr txBox="1"/>
          <p:nvPr/>
        </p:nvSpPr>
        <p:spPr>
          <a:xfrm>
            <a:off x="465221" y="1748589"/>
            <a:ext cx="91921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000" dirty="0"/>
              <a:t>Farmers often struggle to choose the right crops, predict seasonal changes, and identify soil needs.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000" dirty="0"/>
              <a:t>Most existing tools require strong internet connectivity, which rural communities often lack.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000" dirty="0"/>
              <a:t>Crop-Mate aims to bridge this gap by offering reliable, region‑specific support even in offline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78A81F-9EFA-B6BB-B0C2-A3BB23691072}"/>
              </a:ext>
            </a:extLst>
          </p:cNvPr>
          <p:cNvSpPr txBox="1"/>
          <p:nvPr/>
        </p:nvSpPr>
        <p:spPr>
          <a:xfrm>
            <a:off x="352926" y="1780674"/>
            <a:ext cx="87589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Crop-Mate is an on-device farming assistant that gives crop recommendations, soil insights, and pest alerts.</a:t>
            </a:r>
          </a:p>
          <a:p>
            <a:endParaRPr 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It works smoothly even with weak connectivity and adapts to local climate and soil patterns.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A3BFC2-6BE9-F4B6-1CC7-C5519FBADC6F}"/>
              </a:ext>
            </a:extLst>
          </p:cNvPr>
          <p:cNvSpPr txBox="1"/>
          <p:nvPr/>
        </p:nvSpPr>
        <p:spPr>
          <a:xfrm>
            <a:off x="385010" y="2101515"/>
            <a:ext cx="77002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dirty="0"/>
              <a:t>Python, TensorFlow Lite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dirty="0"/>
              <a:t>Dataset preprocessing in Pandas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Data Collection &amp; Preprocessing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Lightweight On-Device Machine Learning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Rule-Based Pest &amp; Disease Alerts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Offline-First System 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User-Centric Interface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3000" dirty="0"/>
              <a:t>Modular Architecture for Future Expansion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4FF893-C064-2CF4-6167-B02A580804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73" b="10588"/>
          <a:stretch>
            <a:fillRect/>
          </a:stretch>
        </p:blipFill>
        <p:spPr>
          <a:xfrm>
            <a:off x="689810" y="1554776"/>
            <a:ext cx="7924800" cy="374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6650BD-2D35-D4A0-DE44-3DABD8BD5B1D}"/>
              </a:ext>
            </a:extLst>
          </p:cNvPr>
          <p:cNvSpPr txBox="1"/>
          <p:nvPr/>
        </p:nvSpPr>
        <p:spPr>
          <a:xfrm>
            <a:off x="240631" y="1345175"/>
            <a:ext cx="1124551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dirty="0"/>
              <a:t>Designed to be lightweight, Crop-Mate performs efficiently even on basic smartphones commonly used in rural areas.</a:t>
            </a:r>
          </a:p>
          <a:p>
            <a:endParaRPr lang="en-US" alt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dirty="0"/>
              <a:t>Its offline functionality ensures farmers can access guidance anytime, regardless of internet availability.</a:t>
            </a:r>
          </a:p>
          <a:p>
            <a:endParaRPr lang="en-US" alt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dirty="0"/>
              <a:t>The system is easily scalable, allowing new districts or regions to be added by integrating their local soil and climate datasets.</a:t>
            </a:r>
          </a:p>
          <a:p>
            <a:endParaRPr lang="en-US" alt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sz="2800" dirty="0"/>
              <a:t>Built with a modular architecture, Crop-Mate can be expanded over time with additional features and improved models without disrupting existing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2" y="0"/>
            <a:ext cx="12183146" cy="6853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A2122-1C19-B992-C61A-2A782C4893EF}"/>
              </a:ext>
            </a:extLst>
          </p:cNvPr>
          <p:cNvSpPr txBox="1"/>
          <p:nvPr/>
        </p:nvSpPr>
        <p:spPr>
          <a:xfrm>
            <a:off x="545430" y="1920895"/>
            <a:ext cx="885524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Helps farmers make confident decisions</a:t>
            </a:r>
          </a:p>
          <a:p>
            <a:endParaRPr 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Reduces crop loss by early warnings</a:t>
            </a:r>
          </a:p>
          <a:p>
            <a:endParaRPr 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Supports sustainable farming practices</a:t>
            </a:r>
          </a:p>
          <a:p>
            <a:endParaRPr 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Works in areas with limited connectivity</a:t>
            </a:r>
          </a:p>
          <a:p>
            <a:endParaRPr lang="en-US" sz="10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Accessible and easy to learn</a:t>
            </a:r>
          </a:p>
        </p:txBody>
      </p:sp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230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RAJAROHAN REDDY VAIDYULA</cp:lastModifiedBy>
  <cp:revision>2</cp:revision>
  <dcterms:created xsi:type="dcterms:W3CDTF">2020-01-15T11:09:52Z</dcterms:created>
  <dcterms:modified xsi:type="dcterms:W3CDTF">2025-12-03T14:21:42Z</dcterms:modified>
</cp:coreProperties>
</file>