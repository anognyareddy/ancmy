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5" r:id="rId6"/>
    <p:sldId id="262" r:id="rId7"/>
    <p:sldId id="259" r:id="rId8"/>
    <p:sldId id="260" r:id="rId9"/>
    <p:sldId id="261" r:id="rId10"/>
    <p:sldId id="266"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F658B8-11E1-4296-BE45-B41BAD37BF59}" v="1" dt="2024-11-23T00:06:46.9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OGNYA REDDY VAIDYULA" userId="796f54efc3df88e8" providerId="LiveId" clId="{D5F658B8-11E1-4296-BE45-B41BAD37BF59}"/>
    <pc:docChg chg="custSel addSld modSld">
      <pc:chgData name="ANOGNYA REDDY VAIDYULA" userId="796f54efc3df88e8" providerId="LiveId" clId="{D5F658B8-11E1-4296-BE45-B41BAD37BF59}" dt="2024-11-23T00:08:05.686" v="560" actId="14100"/>
      <pc:docMkLst>
        <pc:docMk/>
      </pc:docMkLst>
      <pc:sldChg chg="modSp mod">
        <pc:chgData name="ANOGNYA REDDY VAIDYULA" userId="796f54efc3df88e8" providerId="LiveId" clId="{D5F658B8-11E1-4296-BE45-B41BAD37BF59}" dt="2024-11-22T23:46:45.768" v="216" actId="20577"/>
        <pc:sldMkLst>
          <pc:docMk/>
          <pc:sldMk cId="832844683" sldId="257"/>
        </pc:sldMkLst>
        <pc:spChg chg="mod">
          <ac:chgData name="ANOGNYA REDDY VAIDYULA" userId="796f54efc3df88e8" providerId="LiveId" clId="{D5F658B8-11E1-4296-BE45-B41BAD37BF59}" dt="2024-11-22T23:46:45.768" v="216" actId="20577"/>
          <ac:spMkLst>
            <pc:docMk/>
            <pc:sldMk cId="832844683" sldId="257"/>
            <ac:spMk id="5" creationId="{31BC44CC-406B-1932-6BE6-EB6575651D21}"/>
          </ac:spMkLst>
        </pc:spChg>
      </pc:sldChg>
      <pc:sldChg chg="modSp mod">
        <pc:chgData name="ANOGNYA REDDY VAIDYULA" userId="796f54efc3df88e8" providerId="LiveId" clId="{D5F658B8-11E1-4296-BE45-B41BAD37BF59}" dt="2024-11-22T23:51:10.650" v="342" actId="5793"/>
        <pc:sldMkLst>
          <pc:docMk/>
          <pc:sldMk cId="2247147901" sldId="259"/>
        </pc:sldMkLst>
        <pc:spChg chg="mod">
          <ac:chgData name="ANOGNYA REDDY VAIDYULA" userId="796f54efc3df88e8" providerId="LiveId" clId="{D5F658B8-11E1-4296-BE45-B41BAD37BF59}" dt="2024-11-22T23:51:10.650" v="342" actId="5793"/>
          <ac:spMkLst>
            <pc:docMk/>
            <pc:sldMk cId="2247147901" sldId="259"/>
            <ac:spMk id="3" creationId="{C972246A-8D42-1128-F523-BF2B433F90E1}"/>
          </ac:spMkLst>
        </pc:spChg>
      </pc:sldChg>
      <pc:sldChg chg="modSp mod">
        <pc:chgData name="ANOGNYA REDDY VAIDYULA" userId="796f54efc3df88e8" providerId="LiveId" clId="{D5F658B8-11E1-4296-BE45-B41BAD37BF59}" dt="2024-11-23T00:05:37.795" v="547" actId="20577"/>
        <pc:sldMkLst>
          <pc:docMk/>
          <pc:sldMk cId="3219755803" sldId="260"/>
        </pc:sldMkLst>
        <pc:spChg chg="mod">
          <ac:chgData name="ANOGNYA REDDY VAIDYULA" userId="796f54efc3df88e8" providerId="LiveId" clId="{D5F658B8-11E1-4296-BE45-B41BAD37BF59}" dt="2024-11-23T00:05:37.795" v="547" actId="20577"/>
          <ac:spMkLst>
            <pc:docMk/>
            <pc:sldMk cId="3219755803" sldId="260"/>
            <ac:spMk id="3" creationId="{EC3BF65D-1BBF-B131-9FBD-C10E6AB346B2}"/>
          </ac:spMkLst>
        </pc:spChg>
      </pc:sldChg>
      <pc:sldChg chg="modSp mod">
        <pc:chgData name="ANOGNYA REDDY VAIDYULA" userId="796f54efc3df88e8" providerId="LiveId" clId="{D5F658B8-11E1-4296-BE45-B41BAD37BF59}" dt="2024-11-23T00:07:55.728" v="559" actId="1076"/>
        <pc:sldMkLst>
          <pc:docMk/>
          <pc:sldMk cId="2786180551" sldId="261"/>
        </pc:sldMkLst>
        <pc:picChg chg="mod">
          <ac:chgData name="ANOGNYA REDDY VAIDYULA" userId="796f54efc3df88e8" providerId="LiveId" clId="{D5F658B8-11E1-4296-BE45-B41BAD37BF59}" dt="2024-11-23T00:07:55.728" v="559" actId="1076"/>
          <ac:picMkLst>
            <pc:docMk/>
            <pc:sldMk cId="2786180551" sldId="261"/>
            <ac:picMk id="4" creationId="{EEFBE970-39D7-2C81-9982-58DA1F5D66FA}"/>
          </ac:picMkLst>
        </pc:picChg>
        <pc:picChg chg="mod">
          <ac:chgData name="ANOGNYA REDDY VAIDYULA" userId="796f54efc3df88e8" providerId="LiveId" clId="{D5F658B8-11E1-4296-BE45-B41BAD37BF59}" dt="2024-11-23T00:02:46.472" v="345" actId="1076"/>
          <ac:picMkLst>
            <pc:docMk/>
            <pc:sldMk cId="2786180551" sldId="261"/>
            <ac:picMk id="6" creationId="{2EA33E8A-2519-B089-91BD-9BE6DF91A3A3}"/>
          </ac:picMkLst>
        </pc:picChg>
      </pc:sldChg>
      <pc:sldChg chg="addSp delSp modSp mod">
        <pc:chgData name="ANOGNYA REDDY VAIDYULA" userId="796f54efc3df88e8" providerId="LiveId" clId="{D5F658B8-11E1-4296-BE45-B41BAD37BF59}" dt="2024-11-23T00:08:05.686" v="560" actId="14100"/>
        <pc:sldMkLst>
          <pc:docMk/>
          <pc:sldMk cId="16856633" sldId="264"/>
        </pc:sldMkLst>
        <pc:spChg chg="del">
          <ac:chgData name="ANOGNYA REDDY VAIDYULA" userId="796f54efc3df88e8" providerId="LiveId" clId="{D5F658B8-11E1-4296-BE45-B41BAD37BF59}" dt="2024-11-23T00:02:58.056" v="346" actId="478"/>
          <ac:spMkLst>
            <pc:docMk/>
            <pc:sldMk cId="16856633" sldId="264"/>
            <ac:spMk id="5" creationId="{053CB03B-CF06-B38E-462F-7497FBD63DDF}"/>
          </ac:spMkLst>
        </pc:spChg>
        <pc:spChg chg="add mod">
          <ac:chgData name="ANOGNYA REDDY VAIDYULA" userId="796f54efc3df88e8" providerId="LiveId" clId="{D5F658B8-11E1-4296-BE45-B41BAD37BF59}" dt="2024-11-23T00:08:05.686" v="560" actId="14100"/>
          <ac:spMkLst>
            <pc:docMk/>
            <pc:sldMk cId="16856633" sldId="264"/>
            <ac:spMk id="6" creationId="{F42ACDF9-A37A-DA57-2830-BC172EE27A7D}"/>
          </ac:spMkLst>
        </pc:spChg>
      </pc:sldChg>
      <pc:sldChg chg="addSp modSp new mod">
        <pc:chgData name="ANOGNYA REDDY VAIDYULA" userId="796f54efc3df88e8" providerId="LiveId" clId="{D5F658B8-11E1-4296-BE45-B41BAD37BF59}" dt="2024-11-23T00:07:14.254" v="557" actId="20577"/>
        <pc:sldMkLst>
          <pc:docMk/>
          <pc:sldMk cId="4044730326" sldId="266"/>
        </pc:sldMkLst>
        <pc:spChg chg="add mod">
          <ac:chgData name="ANOGNYA REDDY VAIDYULA" userId="796f54efc3df88e8" providerId="LiveId" clId="{D5F658B8-11E1-4296-BE45-B41BAD37BF59}" dt="2024-11-23T00:07:14.254" v="557" actId="20577"/>
          <ac:spMkLst>
            <pc:docMk/>
            <pc:sldMk cId="4044730326" sldId="266"/>
            <ac:spMk id="3" creationId="{85E224C9-FF36-157A-0CFF-7A8028B41DC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1FEC-C31A-AB91-92FC-A9FF10EDE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AC52E8-90F2-A5CC-DB02-DA8DD6F133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BE9821-F103-DC24-42DE-E1DA7A7549E0}"/>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5" name="Footer Placeholder 4">
            <a:extLst>
              <a:ext uri="{FF2B5EF4-FFF2-40B4-BE49-F238E27FC236}">
                <a16:creationId xmlns:a16="http://schemas.microsoft.com/office/drawing/2014/main" id="{09AAE466-D154-DA86-AE2B-DC123158E1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8D6790-92D5-C7D0-AC5B-F42C1E71FC63}"/>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1071262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1471-8EBB-B0D3-1D0D-99E9C5F856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9962B4-6424-5B71-7032-89718CDD8A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14A104-0FE2-D852-2647-05162ABF2D42}"/>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5" name="Footer Placeholder 4">
            <a:extLst>
              <a:ext uri="{FF2B5EF4-FFF2-40B4-BE49-F238E27FC236}">
                <a16:creationId xmlns:a16="http://schemas.microsoft.com/office/drawing/2014/main" id="{85DECFEB-D1AD-76B5-F91F-4F1A03E44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CFE5B2-839F-EC3B-3018-E41C0114F294}"/>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672341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542F-6F09-35A4-E3F9-5CE805DA15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874BE4-1B72-CFD8-5468-9AEB640FBD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42CC5A-858C-A66D-0164-C9BE9EC0430A}"/>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5" name="Footer Placeholder 4">
            <a:extLst>
              <a:ext uri="{FF2B5EF4-FFF2-40B4-BE49-F238E27FC236}">
                <a16:creationId xmlns:a16="http://schemas.microsoft.com/office/drawing/2014/main" id="{CCBE7E04-73B9-DBB9-E432-CEFF0AA773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2DCF1-4AB1-2006-15AD-12B7474891D6}"/>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1532410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8555-6A2C-D76B-DB38-CCAA4262DF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10CC28-9D7E-DEAF-8E91-B3B48E86A0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AA576B-86F6-4A96-1DBA-7FA63163F7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10A2F1-FF6A-3A5B-2523-2F3263114C2C}"/>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6" name="Footer Placeholder 5">
            <a:extLst>
              <a:ext uri="{FF2B5EF4-FFF2-40B4-BE49-F238E27FC236}">
                <a16:creationId xmlns:a16="http://schemas.microsoft.com/office/drawing/2014/main" id="{B290FBCF-CB98-31F2-6F9C-6CEFE6D0BA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E0E0F6-4993-3D37-59CB-2646748309B1}"/>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879272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A854-98E4-6BD1-BD89-3174892FE7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132045-BB70-8CE8-E92D-9E06F66B0D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6AA74D-7985-689F-01AC-5911649388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12C2BC-3984-75AD-F862-01E2DE3AE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D3C5E6-FC41-177A-35EF-BFEAD76747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98BA1A-6F25-CDD9-EE19-CF5E809BCF3E}"/>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8" name="Footer Placeholder 7">
            <a:extLst>
              <a:ext uri="{FF2B5EF4-FFF2-40B4-BE49-F238E27FC236}">
                <a16:creationId xmlns:a16="http://schemas.microsoft.com/office/drawing/2014/main" id="{5026DDDF-8980-07B8-5AAF-17A2C84969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E92954-DDAC-E8C3-3B0C-B2B9124FD182}"/>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2322283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9325-1B0E-84AA-9228-42F2CCC4F5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22D09F-7B43-FF8F-2DC5-66070B8B4343}"/>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4" name="Footer Placeholder 3">
            <a:extLst>
              <a:ext uri="{FF2B5EF4-FFF2-40B4-BE49-F238E27FC236}">
                <a16:creationId xmlns:a16="http://schemas.microsoft.com/office/drawing/2014/main" id="{EF2C34EE-A7C2-C87C-9885-0A167997B2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446AA3-DB40-84B6-338D-8B34C1EB994C}"/>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3295506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CA2350-2F86-A4CD-7F32-6C311FA60695}"/>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3" name="Footer Placeholder 2">
            <a:extLst>
              <a:ext uri="{FF2B5EF4-FFF2-40B4-BE49-F238E27FC236}">
                <a16:creationId xmlns:a16="http://schemas.microsoft.com/office/drawing/2014/main" id="{CF59E36C-1032-1B3A-FBC2-AA5D67E3CA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CE3214-7F33-9463-3906-0336E48387A6}"/>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223141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B54E-9AC0-009E-0F8A-6686B5F3B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C549D3-500C-2305-541F-0024198237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93A313-D429-3360-899F-01A1A0623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6E3E1B-31AE-9FA0-C9D2-04B6390E6B38}"/>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6" name="Footer Placeholder 5">
            <a:extLst>
              <a:ext uri="{FF2B5EF4-FFF2-40B4-BE49-F238E27FC236}">
                <a16:creationId xmlns:a16="http://schemas.microsoft.com/office/drawing/2014/main" id="{9156DA71-CEDA-92AE-7D87-EDD7C2DC35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3C2F93-FD62-03DE-9A23-7B4C5C6F4B9A}"/>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413811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0221-D12B-9C28-0C0A-9940419DFF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D1FB70-33E9-272F-D0C2-097F41643B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D20C88-5267-0F70-21EC-795976934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E8F0E7-9C37-0C1D-E70E-AE69F54EDAAB}"/>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6" name="Footer Placeholder 5">
            <a:extLst>
              <a:ext uri="{FF2B5EF4-FFF2-40B4-BE49-F238E27FC236}">
                <a16:creationId xmlns:a16="http://schemas.microsoft.com/office/drawing/2014/main" id="{4D189F15-38D0-B704-797A-91DDC1A062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17D29A-47AA-99DF-DEFB-8586999E5D6E}"/>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404310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3EE01-EAD8-2836-D655-103160ED375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66BEBF-C1FA-EEA1-6E26-731FECBB28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987B3A-41A6-8075-FABF-9933761D1817}"/>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5" name="Footer Placeholder 4">
            <a:extLst>
              <a:ext uri="{FF2B5EF4-FFF2-40B4-BE49-F238E27FC236}">
                <a16:creationId xmlns:a16="http://schemas.microsoft.com/office/drawing/2014/main" id="{AD1645EE-1E15-A4FE-2328-DC3340E06E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6177E-BFDD-27AF-CD6C-DBE266E64852}"/>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792178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700D5A-5A6E-B59D-B4E3-550005590F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C9E999-93E7-2F04-1A0F-19ACE7E6A7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7E7107-F30E-3442-DCEB-ACA372F2875F}"/>
              </a:ext>
            </a:extLst>
          </p:cNvPr>
          <p:cNvSpPr>
            <a:spLocks noGrp="1"/>
          </p:cNvSpPr>
          <p:nvPr>
            <p:ph type="dt" sz="half" idx="10"/>
          </p:nvPr>
        </p:nvSpPr>
        <p:spPr/>
        <p:txBody>
          <a:bodyPr/>
          <a:lstStyle/>
          <a:p>
            <a:fld id="{AFD232A2-B57C-4D98-B712-768580F8ED2E}" type="datetimeFigureOut">
              <a:rPr lang="en-IN" smtClean="0"/>
              <a:t>23-11-2024</a:t>
            </a:fld>
            <a:endParaRPr lang="en-IN"/>
          </a:p>
        </p:txBody>
      </p:sp>
      <p:sp>
        <p:nvSpPr>
          <p:cNvPr id="5" name="Footer Placeholder 4">
            <a:extLst>
              <a:ext uri="{FF2B5EF4-FFF2-40B4-BE49-F238E27FC236}">
                <a16:creationId xmlns:a16="http://schemas.microsoft.com/office/drawing/2014/main" id="{6BF21AEF-699A-267E-75CA-04BD6FBC1B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AD6601-36F9-0F13-001E-92878ED6ED9A}"/>
              </a:ext>
            </a:extLst>
          </p:cNvPr>
          <p:cNvSpPr>
            <a:spLocks noGrp="1"/>
          </p:cNvSpPr>
          <p:nvPr>
            <p:ph type="sldNum" sz="quarter" idx="12"/>
          </p:nvPr>
        </p:nvSpPr>
        <p:spPr/>
        <p:txBody>
          <a:bodyPr/>
          <a:lstStyle/>
          <a:p>
            <a:fld id="{194F743F-45CA-4378-8ACD-BE2BC8D30EE1}" type="slidenum">
              <a:rPr lang="en-IN" smtClean="0"/>
              <a:t>‹#›</a:t>
            </a:fld>
            <a:endParaRPr lang="en-IN"/>
          </a:p>
        </p:txBody>
      </p:sp>
    </p:spTree>
    <p:extLst>
      <p:ext uri="{BB962C8B-B14F-4D97-AF65-F5344CB8AC3E}">
        <p14:creationId xmlns:p14="http://schemas.microsoft.com/office/powerpoint/2010/main" val="372686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97125A-5466-F2E9-0AC8-6A261D7500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0D63C6-F212-3395-2274-105712572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D24167-8272-4620-8225-56C9D38A5A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D232A2-B57C-4D98-B712-768580F8ED2E}" type="datetimeFigureOut">
              <a:rPr lang="en-IN" smtClean="0"/>
              <a:t>23-11-2024</a:t>
            </a:fld>
            <a:endParaRPr lang="en-IN"/>
          </a:p>
        </p:txBody>
      </p:sp>
      <p:sp>
        <p:nvSpPr>
          <p:cNvPr id="5" name="Footer Placeholder 4">
            <a:extLst>
              <a:ext uri="{FF2B5EF4-FFF2-40B4-BE49-F238E27FC236}">
                <a16:creationId xmlns:a16="http://schemas.microsoft.com/office/drawing/2014/main" id="{F7A1D1FD-50D5-FF3A-54CD-46EBB9ECC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7ED759-1683-1FCC-4C53-59A54094AE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F743F-45CA-4378-8ACD-BE2BC8D30EE1}" type="slidenum">
              <a:rPr lang="en-IN" smtClean="0"/>
              <a:t>‹#›</a:t>
            </a:fld>
            <a:endParaRPr lang="en-IN"/>
          </a:p>
        </p:txBody>
      </p:sp>
    </p:spTree>
    <p:extLst>
      <p:ext uri="{BB962C8B-B14F-4D97-AF65-F5344CB8AC3E}">
        <p14:creationId xmlns:p14="http://schemas.microsoft.com/office/powerpoint/2010/main" val="696738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5E26-B3B8-7510-8A6E-FF835354B9F7}"/>
              </a:ext>
            </a:extLst>
          </p:cNvPr>
          <p:cNvSpPr>
            <a:spLocks noGrp="1"/>
          </p:cNvSpPr>
          <p:nvPr>
            <p:ph type="ctrTitle"/>
          </p:nvPr>
        </p:nvSpPr>
        <p:spPr>
          <a:xfrm>
            <a:off x="-1239520" y="497840"/>
            <a:ext cx="9144000" cy="1529080"/>
          </a:xfrm>
        </p:spPr>
        <p:txBody>
          <a:bodyPr>
            <a:normAutofit fontScale="90000"/>
          </a:bodyPr>
          <a:lstStyle/>
          <a:p>
            <a:r>
              <a:rPr lang="en-IN"/>
              <a:t>Team Number :  57</a:t>
            </a:r>
            <a:br>
              <a:rPr lang="en-IN"/>
            </a:br>
            <a:r>
              <a:rPr lang="en-IN"/>
              <a:t>Batch number:   18 </a:t>
            </a:r>
          </a:p>
        </p:txBody>
      </p:sp>
      <p:sp>
        <p:nvSpPr>
          <p:cNvPr id="3" name="Subtitle 2">
            <a:extLst>
              <a:ext uri="{FF2B5EF4-FFF2-40B4-BE49-F238E27FC236}">
                <a16:creationId xmlns:a16="http://schemas.microsoft.com/office/drawing/2014/main" id="{10C00BDB-2CED-1B75-701D-F666FE57C973}"/>
              </a:ext>
            </a:extLst>
          </p:cNvPr>
          <p:cNvSpPr>
            <a:spLocks noGrp="1"/>
          </p:cNvSpPr>
          <p:nvPr>
            <p:ph type="subTitle" idx="1"/>
          </p:nvPr>
        </p:nvSpPr>
        <p:spPr>
          <a:xfrm>
            <a:off x="0" y="2905760"/>
            <a:ext cx="7315200" cy="2997200"/>
          </a:xfrm>
        </p:spPr>
        <p:txBody>
          <a:bodyPr>
            <a:normAutofit/>
          </a:bodyPr>
          <a:lstStyle/>
          <a:p>
            <a:r>
              <a:rPr lang="en-US"/>
              <a:t>1.Name: S. SRIKAR                    Hall ticket no:2403a52240</a:t>
            </a:r>
          </a:p>
          <a:p>
            <a:r>
              <a:rPr lang="en-US"/>
              <a:t>2.Name: K. AKHIL                      Hall ticket no:2403a52241</a:t>
            </a:r>
          </a:p>
          <a:p>
            <a:r>
              <a:rPr lang="en-US"/>
              <a:t>3.Name: J. HEMANTH               Hall ticket no:2403a52242</a:t>
            </a:r>
          </a:p>
          <a:p>
            <a:r>
              <a:rPr lang="en-US"/>
              <a:t>4.Name: AYESHA FARHEEN       Hall ticket no:2403a52243</a:t>
            </a:r>
          </a:p>
          <a:p>
            <a:r>
              <a:rPr lang="en-US"/>
              <a:t>5.Name: V. ANOGNYA REDDY   Hall ticket no:2403a52244</a:t>
            </a:r>
            <a:endParaRPr lang="en-IN"/>
          </a:p>
        </p:txBody>
      </p:sp>
      <p:pic>
        <p:nvPicPr>
          <p:cNvPr id="5" name="Picture 4">
            <a:extLst>
              <a:ext uri="{FF2B5EF4-FFF2-40B4-BE49-F238E27FC236}">
                <a16:creationId xmlns:a16="http://schemas.microsoft.com/office/drawing/2014/main" id="{7A6DF985-2664-4B17-2F90-AB60CA03AE16}"/>
              </a:ext>
            </a:extLst>
          </p:cNvPr>
          <p:cNvPicPr>
            <a:picLocks noChangeAspect="1"/>
          </p:cNvPicPr>
          <p:nvPr/>
        </p:nvPicPr>
        <p:blipFill>
          <a:blip r:embed="rId2"/>
          <a:stretch>
            <a:fillRect/>
          </a:stretch>
        </p:blipFill>
        <p:spPr>
          <a:xfrm>
            <a:off x="7498080" y="701040"/>
            <a:ext cx="4531360" cy="5029200"/>
          </a:xfrm>
          <a:prstGeom prst="rect">
            <a:avLst/>
          </a:prstGeom>
        </p:spPr>
      </p:pic>
    </p:spTree>
    <p:extLst>
      <p:ext uri="{BB962C8B-B14F-4D97-AF65-F5344CB8AC3E}">
        <p14:creationId xmlns:p14="http://schemas.microsoft.com/office/powerpoint/2010/main" val="3512278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757E7-CD65-C947-9BB7-7E3F326FA94D}"/>
              </a:ext>
            </a:extLst>
          </p:cNvPr>
          <p:cNvSpPr>
            <a:spLocks noGrp="1"/>
          </p:cNvSpPr>
          <p:nvPr>
            <p:ph type="title"/>
          </p:nvPr>
        </p:nvSpPr>
        <p:spPr/>
        <p:txBody>
          <a:bodyPr/>
          <a:lstStyle/>
          <a:p>
            <a:r>
              <a:rPr lang="en-IN"/>
              <a:t>Summary of the Problem statement</a:t>
            </a:r>
          </a:p>
        </p:txBody>
      </p:sp>
      <p:sp>
        <p:nvSpPr>
          <p:cNvPr id="5" name="Content Placeholder 4">
            <a:extLst>
              <a:ext uri="{FF2B5EF4-FFF2-40B4-BE49-F238E27FC236}">
                <a16:creationId xmlns:a16="http://schemas.microsoft.com/office/drawing/2014/main" id="{31BC44CC-406B-1932-6BE6-EB6575651D21}"/>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Create a “Create account” function and Enter Account number, Name, Initial balance from the console if any error occurs then raise the error create deposit money function and add the money to initial balance create withdraw money function and withdraw the money from initial balance if any error occurs then raise the error check the initial balance create a menu exit from the menu.</a:t>
            </a:r>
          </a:p>
          <a:p>
            <a:endParaRPr lang="en-US" dirty="0">
              <a:cs typeface="Calibri"/>
            </a:endParaRPr>
          </a:p>
        </p:txBody>
      </p:sp>
    </p:spTree>
    <p:extLst>
      <p:ext uri="{BB962C8B-B14F-4D97-AF65-F5344CB8AC3E}">
        <p14:creationId xmlns:p14="http://schemas.microsoft.com/office/powerpoint/2010/main" val="832844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08B3-BDEB-EA97-A675-54B5F15C0325}"/>
              </a:ext>
            </a:extLst>
          </p:cNvPr>
          <p:cNvSpPr>
            <a:spLocks noGrp="1"/>
          </p:cNvSpPr>
          <p:nvPr>
            <p:ph type="title"/>
          </p:nvPr>
        </p:nvSpPr>
        <p:spPr/>
        <p:txBody>
          <a:bodyPr/>
          <a:lstStyle/>
          <a:p>
            <a:r>
              <a:rPr lang="en-IN"/>
              <a:t>Hardware and Software </a:t>
            </a:r>
            <a:r>
              <a:rPr lang="en-IN" err="1"/>
              <a:t>Requirementsl</a:t>
            </a:r>
            <a:endParaRPr lang="en-IN"/>
          </a:p>
        </p:txBody>
      </p:sp>
      <p:sp>
        <p:nvSpPr>
          <p:cNvPr id="7" name="Content Placeholder 6">
            <a:extLst>
              <a:ext uri="{FF2B5EF4-FFF2-40B4-BE49-F238E27FC236}">
                <a16:creationId xmlns:a16="http://schemas.microsoft.com/office/drawing/2014/main" id="{B23DE0DA-73D6-86CA-AF2C-AEB9D2504699}"/>
              </a:ext>
            </a:extLst>
          </p:cNvPr>
          <p:cNvSpPr>
            <a:spLocks noGrp="1"/>
          </p:cNvSpPr>
          <p:nvPr>
            <p:ph idx="1"/>
          </p:nvPr>
        </p:nvSpPr>
        <p:spPr/>
        <p:txBody>
          <a:bodyPr>
            <a:normAutofit/>
          </a:bodyPr>
          <a:lstStyle/>
          <a:p>
            <a:r>
              <a:rPr lang="en-US"/>
              <a:t>laptop</a:t>
            </a:r>
          </a:p>
          <a:p>
            <a:r>
              <a:rPr lang="en-US"/>
              <a:t>Minimum 1 GB</a:t>
            </a:r>
          </a:p>
          <a:p>
            <a:endParaRPr lang="en-US"/>
          </a:p>
          <a:p>
            <a:endParaRPr lang="en-US"/>
          </a:p>
          <a:p>
            <a:pPr marL="0" indent="0">
              <a:buNone/>
            </a:pPr>
            <a:r>
              <a:rPr lang="en-US" err="1"/>
              <a:t>Thonny</a:t>
            </a:r>
            <a:endParaRPr lang="en-US"/>
          </a:p>
          <a:p>
            <a:pPr marL="0" indent="0">
              <a:buNone/>
            </a:pPr>
            <a:r>
              <a:rPr lang="en-US"/>
              <a:t>Python 3</a:t>
            </a:r>
          </a:p>
          <a:p>
            <a:pPr marL="0" indent="0">
              <a:buNone/>
            </a:pPr>
            <a:r>
              <a:rPr lang="en-US"/>
              <a:t>Windows operating system</a:t>
            </a:r>
          </a:p>
          <a:p>
            <a:pPr marL="0" indent="0">
              <a:buNone/>
            </a:pPr>
            <a:endParaRPr lang="en-IN"/>
          </a:p>
        </p:txBody>
      </p:sp>
    </p:spTree>
    <p:extLst>
      <p:ext uri="{BB962C8B-B14F-4D97-AF65-F5344CB8AC3E}">
        <p14:creationId xmlns:p14="http://schemas.microsoft.com/office/powerpoint/2010/main" val="2417864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E27DF-CA51-004D-B371-A4E684FED54D}"/>
              </a:ext>
            </a:extLst>
          </p:cNvPr>
          <p:cNvSpPr>
            <a:spLocks noGrp="1"/>
          </p:cNvSpPr>
          <p:nvPr>
            <p:ph type="title"/>
          </p:nvPr>
        </p:nvSpPr>
        <p:spPr/>
        <p:txBody>
          <a:bodyPr/>
          <a:lstStyle/>
          <a:p>
            <a:r>
              <a:rPr lang="en-IN"/>
              <a:t>Algorithm</a:t>
            </a:r>
          </a:p>
        </p:txBody>
      </p:sp>
      <p:sp>
        <p:nvSpPr>
          <p:cNvPr id="3" name="Content Placeholder 2">
            <a:extLst>
              <a:ext uri="{FF2B5EF4-FFF2-40B4-BE49-F238E27FC236}">
                <a16:creationId xmlns:a16="http://schemas.microsoft.com/office/drawing/2014/main" id="{A1094374-31BD-A6EF-2248-D34A3886B477}"/>
              </a:ext>
            </a:extLst>
          </p:cNvPr>
          <p:cNvSpPr>
            <a:spLocks noGrp="1"/>
          </p:cNvSpPr>
          <p:nvPr>
            <p:ph sz="half" idx="1"/>
          </p:nvPr>
        </p:nvSpPr>
        <p:spPr/>
        <p:txBody>
          <a:bodyPr vert="horz" lIns="91440" tIns="45720" rIns="91440" bIns="45720" rtlCol="0" anchor="t">
            <a:normAutofit fontScale="25000" lnSpcReduction="20000"/>
          </a:bodyPr>
          <a:lstStyle/>
          <a:p>
            <a:r>
              <a:rPr lang="en-IN">
                <a:ea typeface="+mn-lt"/>
                <a:cs typeface="+mn-lt"/>
              </a:rPr>
              <a:t>Start</a:t>
            </a:r>
            <a:endParaRPr lang="en-IN">
              <a:cs typeface="Calibri" panose="020F0502020204030204"/>
            </a:endParaRPr>
          </a:p>
          <a:p>
            <a:endParaRPr lang="en-IN"/>
          </a:p>
          <a:p>
            <a:r>
              <a:rPr lang="en-IN">
                <a:ea typeface="+mn-lt"/>
                <a:cs typeface="+mn-lt"/>
              </a:rPr>
              <a:t>Display Menu</a:t>
            </a:r>
            <a:endParaRPr lang="en-IN"/>
          </a:p>
          <a:p>
            <a:endParaRPr lang="en-IN"/>
          </a:p>
          <a:p>
            <a:r>
              <a:rPr lang="en-IN">
                <a:ea typeface="+mn-lt"/>
                <a:cs typeface="+mn-lt"/>
              </a:rPr>
              <a:t>Options: Create an Account, Deposit Money, Withdraw Money, Check Balance, Exit</a:t>
            </a:r>
            <a:endParaRPr lang="en-IN"/>
          </a:p>
          <a:p>
            <a:endParaRPr lang="en-IN"/>
          </a:p>
          <a:p>
            <a:r>
              <a:rPr lang="en-IN">
                <a:ea typeface="+mn-lt"/>
                <a:cs typeface="+mn-lt"/>
              </a:rPr>
              <a:t>User Chooses an Option</a:t>
            </a:r>
            <a:endParaRPr lang="en-IN"/>
          </a:p>
          <a:p>
            <a:endParaRPr lang="en-IN"/>
          </a:p>
          <a:p>
            <a:r>
              <a:rPr lang="en-IN">
                <a:ea typeface="+mn-lt"/>
                <a:cs typeface="+mn-lt"/>
              </a:rPr>
              <a:t>If Create an Account:</a:t>
            </a:r>
            <a:endParaRPr lang="en-IN"/>
          </a:p>
          <a:p>
            <a:endParaRPr lang="en-IN"/>
          </a:p>
          <a:p>
            <a:r>
              <a:rPr lang="en-IN">
                <a:ea typeface="+mn-lt"/>
                <a:cs typeface="+mn-lt"/>
              </a:rPr>
              <a:t>Input: Account Number, Account Holder Name, Initial Balance</a:t>
            </a:r>
            <a:endParaRPr lang="en-IN"/>
          </a:p>
          <a:p>
            <a:endParaRPr lang="en-IN"/>
          </a:p>
          <a:p>
            <a:r>
              <a:rPr lang="en-IN">
                <a:ea typeface="+mn-lt"/>
                <a:cs typeface="+mn-lt"/>
              </a:rPr>
              <a:t>Check if Account Number is Unique</a:t>
            </a:r>
            <a:endParaRPr lang="en-IN"/>
          </a:p>
          <a:p>
            <a:endParaRPr lang="en-IN"/>
          </a:p>
          <a:p>
            <a:r>
              <a:rPr lang="en-IN">
                <a:ea typeface="+mn-lt"/>
                <a:cs typeface="+mn-lt"/>
              </a:rPr>
              <a:t>If not, raise </a:t>
            </a:r>
            <a:r>
              <a:rPr lang="en-IN" err="1">
                <a:ea typeface="+mn-lt"/>
                <a:cs typeface="+mn-lt"/>
              </a:rPr>
              <a:t>InvalidAccount</a:t>
            </a:r>
            <a:endParaRPr lang="en-IN"/>
          </a:p>
          <a:p>
            <a:endParaRPr lang="en-IN"/>
          </a:p>
          <a:p>
            <a:r>
              <a:rPr lang="en-IN">
                <a:ea typeface="+mn-lt"/>
                <a:cs typeface="+mn-lt"/>
              </a:rPr>
              <a:t>If yes, create account and display success message</a:t>
            </a:r>
            <a:endParaRPr lang="en-IN"/>
          </a:p>
          <a:p>
            <a:endParaRPr lang="en-IN"/>
          </a:p>
          <a:p>
            <a:r>
              <a:rPr lang="en-IN">
                <a:ea typeface="+mn-lt"/>
                <a:cs typeface="+mn-lt"/>
              </a:rPr>
              <a:t>If Deposit Money:</a:t>
            </a:r>
            <a:endParaRPr lang="en-IN"/>
          </a:p>
          <a:p>
            <a:endParaRPr lang="en-IN"/>
          </a:p>
          <a:p>
            <a:r>
              <a:rPr lang="en-IN">
                <a:ea typeface="+mn-lt"/>
                <a:cs typeface="+mn-lt"/>
              </a:rPr>
              <a:t>Input: Account Number, Deposit Amount</a:t>
            </a:r>
            <a:endParaRPr lang="en-IN"/>
          </a:p>
          <a:p>
            <a:endParaRPr lang="en-IN"/>
          </a:p>
          <a:p>
            <a:r>
              <a:rPr lang="en-IN">
                <a:ea typeface="+mn-lt"/>
                <a:cs typeface="+mn-lt"/>
              </a:rPr>
              <a:t>Check if Account Exists</a:t>
            </a:r>
            <a:endParaRPr lang="en-IN"/>
          </a:p>
          <a:p>
            <a:endParaRPr lang="en-IN"/>
          </a:p>
          <a:p>
            <a:r>
              <a:rPr lang="en-IN">
                <a:ea typeface="+mn-lt"/>
                <a:cs typeface="+mn-lt"/>
              </a:rPr>
              <a:t>If not, raise </a:t>
            </a:r>
            <a:r>
              <a:rPr lang="en-IN" err="1">
                <a:ea typeface="+mn-lt"/>
                <a:cs typeface="+mn-lt"/>
              </a:rPr>
              <a:t>InvalidAccount</a:t>
            </a:r>
            <a:endParaRPr lang="en-IN"/>
          </a:p>
          <a:p>
            <a:endParaRPr lang="en-IN"/>
          </a:p>
          <a:p>
            <a:pPr lvl="1"/>
            <a:r>
              <a:rPr lang="en-IN">
                <a:ea typeface="+mn-lt"/>
                <a:cs typeface="+mn-lt"/>
              </a:rPr>
              <a:t>If yes, check if Deposit Amount is Positive</a:t>
            </a:r>
            <a:endParaRPr lang="en-IN"/>
          </a:p>
        </p:txBody>
      </p:sp>
      <p:sp>
        <p:nvSpPr>
          <p:cNvPr id="4" name="Content Placeholder 3">
            <a:extLst>
              <a:ext uri="{FF2B5EF4-FFF2-40B4-BE49-F238E27FC236}">
                <a16:creationId xmlns:a16="http://schemas.microsoft.com/office/drawing/2014/main" id="{1F25F76A-361E-0B74-5801-888D3D355BB7}"/>
              </a:ext>
            </a:extLst>
          </p:cNvPr>
          <p:cNvSpPr>
            <a:spLocks noGrp="1"/>
          </p:cNvSpPr>
          <p:nvPr>
            <p:ph sz="half" idx="2"/>
          </p:nvPr>
        </p:nvSpPr>
        <p:spPr>
          <a:xfrm>
            <a:off x="6112669" y="1825625"/>
            <a:ext cx="2847975" cy="4351338"/>
          </a:xfrm>
        </p:spPr>
        <p:txBody>
          <a:bodyPr vert="horz" lIns="91440" tIns="45720" rIns="91440" bIns="45720" rtlCol="0" anchor="t">
            <a:normAutofit fontScale="25000" lnSpcReduction="20000"/>
          </a:bodyPr>
          <a:lstStyle/>
          <a:p>
            <a:r>
              <a:rPr lang="en-IN">
                <a:cs typeface="Calibri"/>
              </a:rPr>
              <a:t>If not, raise </a:t>
            </a:r>
            <a:r>
              <a:rPr lang="en-IN" err="1">
                <a:cs typeface="Calibri"/>
              </a:rPr>
              <a:t>InvalidAmount</a:t>
            </a:r>
            <a:endParaRPr lang="en-IN">
              <a:cs typeface="Calibri"/>
            </a:endParaRPr>
          </a:p>
          <a:p>
            <a:endParaRPr lang="en-IN">
              <a:cs typeface="Calibri"/>
            </a:endParaRPr>
          </a:p>
          <a:p>
            <a:r>
              <a:rPr lang="en-IN">
                <a:cs typeface="Calibri"/>
              </a:rPr>
              <a:t>If yes, update balance and display success message</a:t>
            </a:r>
          </a:p>
          <a:p>
            <a:endParaRPr lang="en-IN">
              <a:cs typeface="Calibri"/>
            </a:endParaRPr>
          </a:p>
          <a:p>
            <a:r>
              <a:rPr lang="en-IN">
                <a:cs typeface="Calibri"/>
              </a:rPr>
              <a:t>If Withdraw Money:</a:t>
            </a:r>
          </a:p>
          <a:p>
            <a:endParaRPr lang="en-IN">
              <a:cs typeface="Calibri"/>
            </a:endParaRPr>
          </a:p>
          <a:p>
            <a:r>
              <a:rPr lang="en-IN">
                <a:cs typeface="Calibri"/>
              </a:rPr>
              <a:t>Input: Account Number, Withdrawal Amount</a:t>
            </a:r>
          </a:p>
          <a:p>
            <a:endParaRPr lang="en-IN">
              <a:cs typeface="Calibri"/>
            </a:endParaRPr>
          </a:p>
          <a:p>
            <a:r>
              <a:rPr lang="en-IN">
                <a:cs typeface="Calibri"/>
              </a:rPr>
              <a:t>Check if Account Exists</a:t>
            </a:r>
          </a:p>
          <a:p>
            <a:endParaRPr lang="en-IN">
              <a:cs typeface="Calibri"/>
            </a:endParaRPr>
          </a:p>
          <a:p>
            <a:r>
              <a:rPr lang="en-IN">
                <a:cs typeface="Calibri"/>
              </a:rPr>
              <a:t>If not, raise </a:t>
            </a:r>
            <a:r>
              <a:rPr lang="en-IN" err="1">
                <a:cs typeface="Calibri"/>
              </a:rPr>
              <a:t>InvalidAccount</a:t>
            </a:r>
            <a:endParaRPr lang="en-IN">
              <a:cs typeface="Calibri"/>
            </a:endParaRPr>
          </a:p>
          <a:p>
            <a:endParaRPr lang="en-IN">
              <a:cs typeface="Calibri"/>
            </a:endParaRPr>
          </a:p>
          <a:p>
            <a:r>
              <a:rPr lang="en-IN">
                <a:cs typeface="Calibri"/>
              </a:rPr>
              <a:t>If yes, check if Withdrawal Amount is Positive</a:t>
            </a:r>
          </a:p>
          <a:p>
            <a:endParaRPr lang="en-IN">
              <a:cs typeface="Calibri"/>
            </a:endParaRPr>
          </a:p>
          <a:p>
            <a:r>
              <a:rPr lang="en-IN">
                <a:cs typeface="Calibri"/>
              </a:rPr>
              <a:t>If not, raise </a:t>
            </a:r>
            <a:r>
              <a:rPr lang="en-IN" err="1">
                <a:cs typeface="Calibri"/>
              </a:rPr>
              <a:t>InvalidAmount</a:t>
            </a:r>
            <a:endParaRPr lang="en-IN">
              <a:cs typeface="Calibri"/>
            </a:endParaRPr>
          </a:p>
          <a:p>
            <a:endParaRPr lang="en-IN">
              <a:cs typeface="Calibri"/>
            </a:endParaRPr>
          </a:p>
          <a:p>
            <a:r>
              <a:rPr lang="en-IN">
                <a:cs typeface="Calibri"/>
              </a:rPr>
              <a:t>If yes, check if Sufficient Balance is Available</a:t>
            </a:r>
          </a:p>
          <a:p>
            <a:endParaRPr lang="en-IN">
              <a:cs typeface="Calibri"/>
            </a:endParaRPr>
          </a:p>
          <a:p>
            <a:r>
              <a:rPr lang="en-IN">
                <a:cs typeface="Calibri"/>
              </a:rPr>
              <a:t>If not, raise </a:t>
            </a:r>
            <a:r>
              <a:rPr lang="en-IN" err="1">
                <a:cs typeface="Calibri"/>
              </a:rPr>
              <a:t>InsufficientBalanceException</a:t>
            </a:r>
            <a:endParaRPr lang="en-IN">
              <a:cs typeface="Calibri"/>
            </a:endParaRPr>
          </a:p>
          <a:p>
            <a:endParaRPr lang="en-IN">
              <a:cs typeface="Calibri"/>
            </a:endParaRPr>
          </a:p>
          <a:p>
            <a:r>
              <a:rPr lang="en-IN">
                <a:cs typeface="Calibri"/>
              </a:rPr>
              <a:t>If yes, update balance and display success message</a:t>
            </a:r>
          </a:p>
          <a:p>
            <a:endParaRPr lang="en-IN">
              <a:cs typeface="Calibri"/>
            </a:endParaRPr>
          </a:p>
          <a:p>
            <a:r>
              <a:rPr lang="en-IN">
                <a:cs typeface="Calibri"/>
              </a:rPr>
              <a:t>If Check Balance:</a:t>
            </a:r>
          </a:p>
          <a:p>
            <a:endParaRPr lang="en-IN">
              <a:cs typeface="Calibri"/>
            </a:endParaRPr>
          </a:p>
          <a:p>
            <a:r>
              <a:rPr lang="en-IN">
                <a:cs typeface="Calibri"/>
              </a:rPr>
              <a:t>Input: Account Number</a:t>
            </a:r>
          </a:p>
          <a:p>
            <a:endParaRPr lang="en-IN">
              <a:cs typeface="Calibri"/>
            </a:endParaRPr>
          </a:p>
          <a:p>
            <a:r>
              <a:rPr lang="en-IN">
                <a:cs typeface="Calibri"/>
              </a:rPr>
              <a:t>Check if Account Exists</a:t>
            </a:r>
          </a:p>
          <a:p>
            <a:endParaRPr lang="en-IN"/>
          </a:p>
        </p:txBody>
      </p:sp>
    </p:spTree>
    <p:extLst>
      <p:ext uri="{BB962C8B-B14F-4D97-AF65-F5344CB8AC3E}">
        <p14:creationId xmlns:p14="http://schemas.microsoft.com/office/powerpoint/2010/main" val="1755001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7F4C60-9006-476E-3135-C4EAF8B0D9DA}"/>
              </a:ext>
            </a:extLst>
          </p:cNvPr>
          <p:cNvSpPr>
            <a:spLocks noGrp="1"/>
          </p:cNvSpPr>
          <p:nvPr>
            <p:ph type="title"/>
          </p:nvPr>
        </p:nvSpPr>
        <p:spPr/>
        <p:txBody>
          <a:bodyPr/>
          <a:lstStyle/>
          <a:p>
            <a:r>
              <a:rPr lang="en-IN"/>
              <a:t>Algorithm</a:t>
            </a:r>
          </a:p>
        </p:txBody>
      </p:sp>
      <p:sp>
        <p:nvSpPr>
          <p:cNvPr id="6" name="Content Placeholder 5">
            <a:extLst>
              <a:ext uri="{FF2B5EF4-FFF2-40B4-BE49-F238E27FC236}">
                <a16:creationId xmlns:a16="http://schemas.microsoft.com/office/drawing/2014/main" id="{E463D0F0-0AB3-C796-7FE9-41345BE97B80}"/>
              </a:ext>
            </a:extLst>
          </p:cNvPr>
          <p:cNvSpPr>
            <a:spLocks noGrp="1"/>
          </p:cNvSpPr>
          <p:nvPr>
            <p:ph idx="1"/>
          </p:nvPr>
        </p:nvSpPr>
        <p:spPr>
          <a:xfrm>
            <a:off x="960120" y="1551305"/>
            <a:ext cx="10515600" cy="4351338"/>
          </a:xfrm>
        </p:spPr>
        <p:txBody>
          <a:bodyPr>
            <a:normAutofit fontScale="25000" lnSpcReduction="20000"/>
          </a:bodyPr>
          <a:lstStyle/>
          <a:p>
            <a:endParaRPr lang="en-IN">
              <a:cs typeface="Calibri"/>
            </a:endParaRPr>
          </a:p>
          <a:p>
            <a:endParaRPr lang="en-IN"/>
          </a:p>
          <a:p>
            <a:r>
              <a:rPr lang="en-IN">
                <a:ea typeface="+mn-lt"/>
                <a:cs typeface="+mn-lt"/>
              </a:rPr>
              <a:t>If not, raise </a:t>
            </a:r>
            <a:r>
              <a:rPr lang="en-IN" err="1">
                <a:ea typeface="+mn-lt"/>
                <a:cs typeface="+mn-lt"/>
              </a:rPr>
              <a:t>InvalidAmount</a:t>
            </a:r>
            <a:endParaRPr lang="en-IN"/>
          </a:p>
          <a:p>
            <a:endParaRPr lang="en-IN"/>
          </a:p>
          <a:p>
            <a:r>
              <a:rPr lang="en-IN">
                <a:ea typeface="+mn-lt"/>
                <a:cs typeface="+mn-lt"/>
              </a:rPr>
              <a:t>If yes, check if Sufficient Balance is Available</a:t>
            </a:r>
            <a:endParaRPr lang="en-IN"/>
          </a:p>
          <a:p>
            <a:endParaRPr lang="en-IN"/>
          </a:p>
          <a:p>
            <a:r>
              <a:rPr lang="en-IN">
                <a:ea typeface="+mn-lt"/>
                <a:cs typeface="+mn-lt"/>
              </a:rPr>
              <a:t>If not, raise </a:t>
            </a:r>
            <a:r>
              <a:rPr lang="en-IN" err="1">
                <a:ea typeface="+mn-lt"/>
                <a:cs typeface="+mn-lt"/>
              </a:rPr>
              <a:t>InsufficientBalanceException</a:t>
            </a:r>
            <a:endParaRPr lang="en-IN"/>
          </a:p>
          <a:p>
            <a:endParaRPr lang="en-IN"/>
          </a:p>
          <a:p>
            <a:r>
              <a:rPr lang="en-IN">
                <a:ea typeface="+mn-lt"/>
                <a:cs typeface="+mn-lt"/>
              </a:rPr>
              <a:t>If yes, update balance and display success message</a:t>
            </a:r>
            <a:endParaRPr lang="en-IN"/>
          </a:p>
          <a:p>
            <a:endParaRPr lang="en-IN"/>
          </a:p>
          <a:p>
            <a:r>
              <a:rPr lang="en-IN">
                <a:ea typeface="+mn-lt"/>
                <a:cs typeface="+mn-lt"/>
              </a:rPr>
              <a:t>If Check Balance:</a:t>
            </a:r>
            <a:endParaRPr lang="en-IN"/>
          </a:p>
          <a:p>
            <a:endParaRPr lang="en-IN"/>
          </a:p>
          <a:p>
            <a:r>
              <a:rPr lang="en-IN">
                <a:ea typeface="+mn-lt"/>
                <a:cs typeface="+mn-lt"/>
              </a:rPr>
              <a:t>Input: Account Number</a:t>
            </a:r>
            <a:endParaRPr lang="en-IN"/>
          </a:p>
          <a:p>
            <a:endParaRPr lang="en-IN"/>
          </a:p>
          <a:p>
            <a:r>
              <a:rPr lang="en-IN">
                <a:ea typeface="+mn-lt"/>
                <a:cs typeface="+mn-lt"/>
              </a:rPr>
              <a:t>Check if Account Exists</a:t>
            </a:r>
            <a:endParaRPr lang="en-IN"/>
          </a:p>
          <a:p>
            <a:endParaRPr lang="en-IN"/>
          </a:p>
          <a:p>
            <a:r>
              <a:rPr lang="en-IN">
                <a:ea typeface="+mn-lt"/>
                <a:cs typeface="+mn-lt"/>
              </a:rPr>
              <a:t>If not, raise </a:t>
            </a:r>
            <a:r>
              <a:rPr lang="en-IN" err="1">
                <a:ea typeface="+mn-lt"/>
                <a:cs typeface="+mn-lt"/>
              </a:rPr>
              <a:t>InvalidAccount</a:t>
            </a:r>
            <a:endParaRPr lang="en-IN"/>
          </a:p>
          <a:p>
            <a:endParaRPr lang="en-IN"/>
          </a:p>
          <a:p>
            <a:r>
              <a:rPr lang="en-IN">
                <a:ea typeface="+mn-lt"/>
                <a:cs typeface="+mn-lt"/>
              </a:rPr>
              <a:t>If yes, display balance</a:t>
            </a:r>
            <a:endParaRPr lang="en-IN"/>
          </a:p>
          <a:p>
            <a:endParaRPr lang="en-IN"/>
          </a:p>
          <a:p>
            <a:r>
              <a:rPr lang="en-IN">
                <a:ea typeface="+mn-lt"/>
                <a:cs typeface="+mn-lt"/>
              </a:rPr>
              <a:t>If Exit:</a:t>
            </a:r>
            <a:endParaRPr lang="en-IN"/>
          </a:p>
          <a:p>
            <a:endParaRPr lang="en-IN"/>
          </a:p>
          <a:p>
            <a:r>
              <a:rPr lang="en-IN">
                <a:ea typeface="+mn-lt"/>
                <a:cs typeface="+mn-lt"/>
              </a:rPr>
              <a:t>End Program</a:t>
            </a:r>
            <a:endParaRPr lang="en-IN"/>
          </a:p>
          <a:p>
            <a:endParaRPr lang="en-IN"/>
          </a:p>
        </p:txBody>
      </p:sp>
    </p:spTree>
    <p:extLst>
      <p:ext uri="{BB962C8B-B14F-4D97-AF65-F5344CB8AC3E}">
        <p14:creationId xmlns:p14="http://schemas.microsoft.com/office/powerpoint/2010/main" val="2211407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96E49-1338-69A5-69E3-94914D37B6EE}"/>
              </a:ext>
            </a:extLst>
          </p:cNvPr>
          <p:cNvSpPr>
            <a:spLocks noGrp="1"/>
          </p:cNvSpPr>
          <p:nvPr>
            <p:ph type="title"/>
          </p:nvPr>
        </p:nvSpPr>
        <p:spPr/>
        <p:txBody>
          <a:bodyPr>
            <a:normAutofit/>
          </a:bodyPr>
          <a:lstStyle/>
          <a:p>
            <a:r>
              <a:rPr lang="en-IN"/>
              <a:t>Flowchart</a:t>
            </a:r>
          </a:p>
        </p:txBody>
      </p:sp>
      <p:pic>
        <p:nvPicPr>
          <p:cNvPr id="18" name="Content Placeholder 17">
            <a:extLst>
              <a:ext uri="{FF2B5EF4-FFF2-40B4-BE49-F238E27FC236}">
                <a16:creationId xmlns:a16="http://schemas.microsoft.com/office/drawing/2014/main" id="{FF908F63-0C28-147C-FD3B-7C3FF06492A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81998" y="1825625"/>
            <a:ext cx="4494004" cy="4351338"/>
          </a:xfrm>
        </p:spPr>
      </p:pic>
      <p:pic>
        <p:nvPicPr>
          <p:cNvPr id="20" name="Content Placeholder 19">
            <a:extLst>
              <a:ext uri="{FF2B5EF4-FFF2-40B4-BE49-F238E27FC236}">
                <a16:creationId xmlns:a16="http://schemas.microsoft.com/office/drawing/2014/main" id="{09FF790C-7FAC-CC2D-6D0C-3EBED314F2A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35122" y="1825625"/>
            <a:ext cx="5055755" cy="4351338"/>
          </a:xfrm>
        </p:spPr>
      </p:pic>
    </p:spTree>
    <p:extLst>
      <p:ext uri="{BB962C8B-B14F-4D97-AF65-F5344CB8AC3E}">
        <p14:creationId xmlns:p14="http://schemas.microsoft.com/office/powerpoint/2010/main" val="2512657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17648-6929-5BBA-DCFD-18F5034C274B}"/>
              </a:ext>
            </a:extLst>
          </p:cNvPr>
          <p:cNvSpPr>
            <a:spLocks noGrp="1"/>
          </p:cNvSpPr>
          <p:nvPr>
            <p:ph type="title"/>
          </p:nvPr>
        </p:nvSpPr>
        <p:spPr/>
        <p:txBody>
          <a:bodyPr/>
          <a:lstStyle/>
          <a:p>
            <a:r>
              <a:rPr lang="en-IN"/>
              <a:t>Concepts Used in this Program</a:t>
            </a:r>
          </a:p>
        </p:txBody>
      </p:sp>
      <p:sp>
        <p:nvSpPr>
          <p:cNvPr id="3" name="Content Placeholder 2">
            <a:extLst>
              <a:ext uri="{FF2B5EF4-FFF2-40B4-BE49-F238E27FC236}">
                <a16:creationId xmlns:a16="http://schemas.microsoft.com/office/drawing/2014/main" id="{C972246A-8D42-1128-F523-BF2B433F90E1}"/>
              </a:ext>
            </a:extLst>
          </p:cNvPr>
          <p:cNvSpPr>
            <a:spLocks noGrp="1"/>
          </p:cNvSpPr>
          <p:nvPr>
            <p:ph idx="1"/>
          </p:nvPr>
        </p:nvSpPr>
        <p:spPr/>
        <p:txBody>
          <a:bodyPr vert="horz" lIns="91440" tIns="45720" rIns="91440" bIns="45720" rtlCol="0" anchor="t">
            <a:normAutofit/>
          </a:bodyPr>
          <a:lstStyle/>
          <a:p>
            <a:pPr marL="0" indent="0">
              <a:buNone/>
            </a:pPr>
            <a:r>
              <a:rPr lang="en-IN" dirty="0">
                <a:cs typeface="Calibri"/>
                <a:sym typeface="Wingdings" panose="05000000000000000000" pitchFamily="2" charset="2"/>
              </a:rPr>
              <a:t></a:t>
            </a:r>
            <a:r>
              <a:rPr lang="en-IN" dirty="0">
                <a:cs typeface="Calibri"/>
              </a:rPr>
              <a:t>Dictionary</a:t>
            </a:r>
          </a:p>
          <a:p>
            <a:pPr marL="0" indent="0">
              <a:buNone/>
            </a:pPr>
            <a:r>
              <a:rPr lang="en-IN" dirty="0">
                <a:cs typeface="Calibri"/>
                <a:sym typeface="Wingdings" panose="05000000000000000000" pitchFamily="2" charset="2"/>
              </a:rPr>
              <a:t></a:t>
            </a:r>
            <a:r>
              <a:rPr lang="en-IN" dirty="0">
                <a:cs typeface="Calibri"/>
              </a:rPr>
              <a:t>Exception Handling (Try-Except Block)</a:t>
            </a:r>
          </a:p>
          <a:p>
            <a:pPr marL="0" indent="0">
              <a:buNone/>
            </a:pPr>
            <a:r>
              <a:rPr lang="en-IN" dirty="0">
                <a:cs typeface="Calibri"/>
                <a:sym typeface="Wingdings" panose="05000000000000000000" pitchFamily="2" charset="2"/>
              </a:rPr>
              <a:t></a:t>
            </a:r>
            <a:r>
              <a:rPr lang="en-IN" dirty="0">
                <a:cs typeface="Calibri"/>
              </a:rPr>
              <a:t>While Loop</a:t>
            </a:r>
          </a:p>
          <a:p>
            <a:pPr marL="0" indent="0">
              <a:buNone/>
            </a:pPr>
            <a:r>
              <a:rPr lang="en-IN" dirty="0">
                <a:cs typeface="Calibri"/>
                <a:sym typeface="Wingdings" panose="05000000000000000000" pitchFamily="2" charset="2"/>
              </a:rPr>
              <a:t></a:t>
            </a:r>
            <a:r>
              <a:rPr lang="en-IN" dirty="0">
                <a:cs typeface="Calibri"/>
              </a:rPr>
              <a:t>Conditional Statements</a:t>
            </a:r>
          </a:p>
        </p:txBody>
      </p:sp>
    </p:spTree>
    <p:extLst>
      <p:ext uri="{BB962C8B-B14F-4D97-AF65-F5344CB8AC3E}">
        <p14:creationId xmlns:p14="http://schemas.microsoft.com/office/powerpoint/2010/main" val="2247147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43230-B74E-F93E-B46E-F630CD63F15A}"/>
              </a:ext>
            </a:extLst>
          </p:cNvPr>
          <p:cNvSpPr>
            <a:spLocks noGrp="1"/>
          </p:cNvSpPr>
          <p:nvPr>
            <p:ph type="title"/>
          </p:nvPr>
        </p:nvSpPr>
        <p:spPr/>
        <p:txBody>
          <a:bodyPr/>
          <a:lstStyle/>
          <a:p>
            <a:r>
              <a:rPr lang="en-IN"/>
              <a:t>Need of the Concept</a:t>
            </a:r>
          </a:p>
        </p:txBody>
      </p:sp>
      <p:sp>
        <p:nvSpPr>
          <p:cNvPr id="3" name="Content Placeholder 2">
            <a:extLst>
              <a:ext uri="{FF2B5EF4-FFF2-40B4-BE49-F238E27FC236}">
                <a16:creationId xmlns:a16="http://schemas.microsoft.com/office/drawing/2014/main" id="{EC3BF65D-1BBF-B131-9FBD-C10E6AB346B2}"/>
              </a:ext>
            </a:extLst>
          </p:cNvPr>
          <p:cNvSpPr>
            <a:spLocks noGrp="1"/>
          </p:cNvSpPr>
          <p:nvPr>
            <p:ph idx="1"/>
          </p:nvPr>
        </p:nvSpPr>
        <p:spPr/>
        <p:txBody>
          <a:bodyPr vert="horz" lIns="91440" tIns="45720" rIns="91440" bIns="45720" rtlCol="0" anchor="t">
            <a:normAutofit/>
          </a:bodyPr>
          <a:lstStyle/>
          <a:p>
            <a:pPr marL="0" indent="0">
              <a:buNone/>
            </a:pPr>
            <a:r>
              <a:rPr lang="en-IN" dirty="0">
                <a:cs typeface="Calibri"/>
                <a:sym typeface="Wingdings" panose="05000000000000000000" pitchFamily="2" charset="2"/>
              </a:rPr>
              <a:t></a:t>
            </a:r>
            <a:r>
              <a:rPr lang="en-IN" dirty="0">
                <a:cs typeface="Calibri"/>
              </a:rPr>
              <a:t>To store the account details</a:t>
            </a:r>
          </a:p>
          <a:p>
            <a:pPr marL="0" indent="0">
              <a:buNone/>
            </a:pPr>
            <a:r>
              <a:rPr lang="en-IN" dirty="0">
                <a:cs typeface="Calibri"/>
                <a:sym typeface="Wingdings" panose="05000000000000000000" pitchFamily="2" charset="2"/>
              </a:rPr>
              <a:t>To handle errors try-except block is used</a:t>
            </a:r>
          </a:p>
          <a:p>
            <a:pPr marL="0" indent="0">
              <a:buNone/>
            </a:pPr>
            <a:r>
              <a:rPr lang="en-IN" dirty="0">
                <a:cs typeface="Calibri"/>
                <a:sym typeface="Wingdings" panose="05000000000000000000" pitchFamily="2" charset="2"/>
              </a:rPr>
              <a:t>While loop is used to create a menu driven program</a:t>
            </a:r>
          </a:p>
          <a:p>
            <a:pPr marL="0" indent="0">
              <a:buNone/>
            </a:pPr>
            <a:r>
              <a:rPr lang="en-IN" dirty="0">
                <a:cs typeface="Calibri"/>
                <a:sym typeface="Wingdings" panose="05000000000000000000" pitchFamily="2" charset="2"/>
              </a:rPr>
              <a:t>Conditional Statements are used for </a:t>
            </a:r>
            <a:r>
              <a:rPr lang="en-IN" dirty="0" err="1">
                <a:cs typeface="Calibri"/>
                <a:sym typeface="Wingdings" panose="05000000000000000000" pitchFamily="2" charset="2"/>
              </a:rPr>
              <a:t>decition</a:t>
            </a:r>
            <a:r>
              <a:rPr lang="en-IN" dirty="0">
                <a:cs typeface="Calibri"/>
                <a:sym typeface="Wingdings" panose="05000000000000000000" pitchFamily="2" charset="2"/>
              </a:rPr>
              <a:t> making</a:t>
            </a:r>
            <a:endParaRPr lang="en-IN" dirty="0">
              <a:cs typeface="Calibri"/>
            </a:endParaRPr>
          </a:p>
          <a:p>
            <a:pPr marL="0" indent="0">
              <a:buNone/>
            </a:pPr>
            <a:endParaRPr lang="en-IN" dirty="0">
              <a:cs typeface="Calibri"/>
            </a:endParaRPr>
          </a:p>
        </p:txBody>
      </p:sp>
    </p:spTree>
    <p:extLst>
      <p:ext uri="{BB962C8B-B14F-4D97-AF65-F5344CB8AC3E}">
        <p14:creationId xmlns:p14="http://schemas.microsoft.com/office/powerpoint/2010/main" val="3219755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05E0-2BC7-22EE-72C8-AE01CBE3EE25}"/>
              </a:ext>
            </a:extLst>
          </p:cNvPr>
          <p:cNvSpPr>
            <a:spLocks noGrp="1"/>
          </p:cNvSpPr>
          <p:nvPr>
            <p:ph type="title"/>
          </p:nvPr>
        </p:nvSpPr>
        <p:spPr/>
        <p:txBody>
          <a:bodyPr/>
          <a:lstStyle/>
          <a:p>
            <a:r>
              <a:rPr lang="en-IN" dirty="0"/>
              <a:t>Screen Shots of Results – for each test case include one screenshot</a:t>
            </a:r>
          </a:p>
        </p:txBody>
      </p:sp>
      <p:sp>
        <p:nvSpPr>
          <p:cNvPr id="20" name="Text Placeholder 19">
            <a:extLst>
              <a:ext uri="{FF2B5EF4-FFF2-40B4-BE49-F238E27FC236}">
                <a16:creationId xmlns:a16="http://schemas.microsoft.com/office/drawing/2014/main" id="{364C19FC-8F92-4F10-6696-98A28F74D844}"/>
              </a:ext>
            </a:extLst>
          </p:cNvPr>
          <p:cNvSpPr>
            <a:spLocks noGrp="1"/>
          </p:cNvSpPr>
          <p:nvPr>
            <p:ph type="body" idx="1"/>
          </p:nvPr>
        </p:nvSpPr>
        <p:spPr>
          <a:xfrm>
            <a:off x="839788" y="1681163"/>
            <a:ext cx="5157787" cy="391478"/>
          </a:xfrm>
        </p:spPr>
        <p:txBody>
          <a:bodyPr>
            <a:normAutofit lnSpcReduction="10000"/>
          </a:bodyPr>
          <a:lstStyle/>
          <a:p>
            <a:r>
              <a:rPr lang="en-US"/>
              <a:t>Test case-1</a:t>
            </a:r>
            <a:endParaRPr lang="en-IN"/>
          </a:p>
        </p:txBody>
      </p:sp>
      <p:pic>
        <p:nvPicPr>
          <p:cNvPr id="4" name="Content Placeholder 3">
            <a:extLst>
              <a:ext uri="{FF2B5EF4-FFF2-40B4-BE49-F238E27FC236}">
                <a16:creationId xmlns:a16="http://schemas.microsoft.com/office/drawing/2014/main" id="{EEFBE970-39D7-2C81-9982-58DA1F5D66F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9640" y="2331305"/>
            <a:ext cx="5259388" cy="3354668"/>
          </a:xfrm>
        </p:spPr>
      </p:pic>
      <p:sp>
        <p:nvSpPr>
          <p:cNvPr id="22" name="Text Placeholder 21">
            <a:extLst>
              <a:ext uri="{FF2B5EF4-FFF2-40B4-BE49-F238E27FC236}">
                <a16:creationId xmlns:a16="http://schemas.microsoft.com/office/drawing/2014/main" id="{F5B24BE4-7EFD-08E0-10D2-D46B3E2FC1C0}"/>
              </a:ext>
            </a:extLst>
          </p:cNvPr>
          <p:cNvSpPr>
            <a:spLocks noGrp="1"/>
          </p:cNvSpPr>
          <p:nvPr>
            <p:ph type="body" sz="quarter" idx="3"/>
          </p:nvPr>
        </p:nvSpPr>
        <p:spPr>
          <a:xfrm>
            <a:off x="6172200" y="1554481"/>
            <a:ext cx="5183188" cy="518160"/>
          </a:xfrm>
        </p:spPr>
        <p:txBody>
          <a:bodyPr>
            <a:normAutofit lnSpcReduction="10000"/>
          </a:bodyPr>
          <a:lstStyle/>
          <a:p>
            <a:r>
              <a:rPr lang="en-US" err="1"/>
              <a:t>TesTest</a:t>
            </a:r>
            <a:r>
              <a:rPr lang="en-US"/>
              <a:t> case-2</a:t>
            </a:r>
            <a:endParaRPr lang="en-IN"/>
          </a:p>
        </p:txBody>
      </p:sp>
      <p:pic>
        <p:nvPicPr>
          <p:cNvPr id="6" name="Content Placeholder 5">
            <a:extLst>
              <a:ext uri="{FF2B5EF4-FFF2-40B4-BE49-F238E27FC236}">
                <a16:creationId xmlns:a16="http://schemas.microsoft.com/office/drawing/2014/main" id="{2EA33E8A-2519-B089-91BD-9BE6DF91A3A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985193" y="2458678"/>
            <a:ext cx="5557202" cy="3227295"/>
          </a:xfrm>
        </p:spPr>
      </p:pic>
    </p:spTree>
    <p:extLst>
      <p:ext uri="{BB962C8B-B14F-4D97-AF65-F5344CB8AC3E}">
        <p14:creationId xmlns:p14="http://schemas.microsoft.com/office/powerpoint/2010/main" val="2786180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E224C9-FF36-157A-0CFF-7A8028B41DCB}"/>
              </a:ext>
            </a:extLst>
          </p:cNvPr>
          <p:cNvSpPr txBox="1"/>
          <p:nvPr/>
        </p:nvSpPr>
        <p:spPr>
          <a:xfrm>
            <a:off x="802105" y="366645"/>
            <a:ext cx="6096000" cy="1200329"/>
          </a:xfrm>
          <a:prstGeom prst="rect">
            <a:avLst/>
          </a:prstGeom>
          <a:noFill/>
        </p:spPr>
        <p:txBody>
          <a:bodyPr wrap="square">
            <a:spAutoFit/>
          </a:bodyPr>
          <a:lstStyle/>
          <a:p>
            <a:r>
              <a:rPr lang="en-IN" b="1" dirty="0"/>
              <a:t>SCREEN SHOTS OF RESULTS – FOR EACH TEST CASE INCLUDE ONE SCREENSHOT</a:t>
            </a:r>
          </a:p>
          <a:p>
            <a:endParaRPr lang="en-IN" b="1" dirty="0"/>
          </a:p>
          <a:p>
            <a:endParaRPr lang="en-IN" b="1" dirty="0"/>
          </a:p>
        </p:txBody>
      </p:sp>
    </p:spTree>
    <p:extLst>
      <p:ext uri="{BB962C8B-B14F-4D97-AF65-F5344CB8AC3E}">
        <p14:creationId xmlns:p14="http://schemas.microsoft.com/office/powerpoint/2010/main" val="4044730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13147-D6B4-FA52-EF96-656D5733B6F5}"/>
              </a:ext>
            </a:extLst>
          </p:cNvPr>
          <p:cNvSpPr>
            <a:spLocks noGrp="1"/>
          </p:cNvSpPr>
          <p:nvPr>
            <p:ph type="title"/>
          </p:nvPr>
        </p:nvSpPr>
        <p:spPr/>
        <p:txBody>
          <a:bodyPr/>
          <a:lstStyle/>
          <a:p>
            <a:r>
              <a:rPr lang="en-IN"/>
              <a:t>Screen Shots of Results – for each test case include one screenshot</a:t>
            </a:r>
          </a:p>
        </p:txBody>
      </p:sp>
      <p:pic>
        <p:nvPicPr>
          <p:cNvPr id="4" name="Content Placeholder 3">
            <a:extLst>
              <a:ext uri="{FF2B5EF4-FFF2-40B4-BE49-F238E27FC236}">
                <a16:creationId xmlns:a16="http://schemas.microsoft.com/office/drawing/2014/main" id="{48FF51EA-8836-FABB-5618-0FFED2FE4E1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935480" y="2560320"/>
            <a:ext cx="8229600" cy="3672840"/>
          </a:xfrm>
        </p:spPr>
      </p:pic>
      <p:sp>
        <p:nvSpPr>
          <p:cNvPr id="6" name="Content Placeholder 5">
            <a:extLst>
              <a:ext uri="{FF2B5EF4-FFF2-40B4-BE49-F238E27FC236}">
                <a16:creationId xmlns:a16="http://schemas.microsoft.com/office/drawing/2014/main" id="{F42ACDF9-A37A-DA57-2830-BC172EE27A7D}"/>
              </a:ext>
            </a:extLst>
          </p:cNvPr>
          <p:cNvSpPr>
            <a:spLocks noGrp="1"/>
          </p:cNvSpPr>
          <p:nvPr>
            <p:ph sz="half" idx="1"/>
          </p:nvPr>
        </p:nvSpPr>
        <p:spPr>
          <a:xfrm flipV="1">
            <a:off x="838200" y="6176962"/>
            <a:ext cx="364958" cy="1683669"/>
          </a:xfrm>
        </p:spPr>
        <p:txBody>
          <a:bodyPr/>
          <a:lstStyle/>
          <a:p>
            <a:endParaRPr lang="en-IN" dirty="0"/>
          </a:p>
        </p:txBody>
      </p:sp>
    </p:spTree>
    <p:extLst>
      <p:ext uri="{BB962C8B-B14F-4D97-AF65-F5344CB8AC3E}">
        <p14:creationId xmlns:p14="http://schemas.microsoft.com/office/powerpoint/2010/main" val="16856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53512DB-50BE-41A1-8B0B-71E572407E77}">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TotalTime>
  <Words>483</Words>
  <Application>Microsoft Office PowerPoint</Application>
  <PresentationFormat>Widescreen</PresentationFormat>
  <Paragraphs>111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Team Number :  57 Batch number:   18 </vt:lpstr>
      <vt:lpstr>Summary of the Problem statement</vt:lpstr>
      <vt:lpstr>Hardware and Software Requirementsl</vt:lpstr>
      <vt:lpstr>Algorithm</vt:lpstr>
      <vt:lpstr>Algorithm</vt:lpstr>
      <vt:lpstr>Flowchart</vt:lpstr>
      <vt:lpstr>Concepts Used in this Program</vt:lpstr>
      <vt:lpstr>Need of the Concept</vt:lpstr>
      <vt:lpstr>Screen Shots of Results – for each test case include one screenshot</vt:lpstr>
      <vt:lpstr>PowerPoint Presentation</vt:lpstr>
      <vt:lpstr>Screen Shots of Results – for each test case include one screenshot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Sheshikala Martha</dc:creator>
  <cp:lastModifiedBy>ANOGNYA REDDY VAIDYULA</cp:lastModifiedBy>
  <cp:revision>3</cp:revision>
  <dcterms:created xsi:type="dcterms:W3CDTF">2024-11-18T08:52:23Z</dcterms:created>
  <dcterms:modified xsi:type="dcterms:W3CDTF">2024-11-23T00:08:05Z</dcterms:modified>
</cp:coreProperties>
</file>